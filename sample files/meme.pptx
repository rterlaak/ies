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Masters/slideMaster1.xml" ContentType="application/vnd.openxmlformats-officedocument.presentationml.slideMaster+xml"/>
  <Override PartName="/ppt/slideLayouts/slideLayout9.xml" ContentType="application/vnd.openxmlformats-officedocument.presentationml.slideLayout+xml"/>
  <Override PartName="/ppt/slideLayouts/slideLayout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256" r:id="rId2"/>
    <p:sldId id="257" r:id="rId3"/>
    <p:sldId id="258" r:id="rId4"/>
    <p:sldId id="261" r:id="rId5"/>
    <p:sldId id="280" r:id="rId6"/>
    <p:sldId id="264" r:id="rId7"/>
    <p:sldId id="265" r:id="rId8"/>
    <p:sldId id="266" r:id="rId9"/>
    <p:sldId id="270" r:id="rId10"/>
    <p:sldId id="272" r:id="rId11"/>
    <p:sldId id="274" r:id="rId12"/>
    <p:sldId id="292" r:id="rId13"/>
    <p:sldId id="279" r:id="rId14"/>
    <p:sldId id="281"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031" autoAdjust="0"/>
  </p:normalViewPr>
  <p:slideViewPr>
    <p:cSldViewPr snapToGrid="0" snapToObjects="1">
      <p:cViewPr varScale="1">
        <p:scale>
          <a:sx n="100" d="100"/>
          <a:sy n="100" d="100"/>
        </p:scale>
        <p:origin x="1914"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customXml" Target="../customXml/item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DE56529-414D-AE4A-9792-B84A900CD34C}" type="datetimeFigureOut">
              <a:rPr lang="en-US" smtClean="0"/>
              <a:t>15-Oct-19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FE79D8E-B76F-3141-888B-2B4CF627DE4A}" type="slidenum">
              <a:rPr lang="en-US" smtClean="0"/>
              <a:t>‹#›</a:t>
            </a:fld>
            <a:endParaRPr lang="en-US"/>
          </a:p>
        </p:txBody>
      </p:sp>
    </p:spTree>
    <p:extLst>
      <p:ext uri="{BB962C8B-B14F-4D97-AF65-F5344CB8AC3E}">
        <p14:creationId xmlns:p14="http://schemas.microsoft.com/office/powerpoint/2010/main" val="398853810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Memes spread through the behaviors that they generate in their hosts. Memes that propagate less prolifically may become extinct, while others may survive, spread and (for better or for worse) mutate. Memes that replicate most effectively enjoy more success. Some memes may replicate effectively even when they prove to be detrimental to the welfare of their </a:t>
            </a:r>
            <a:r>
              <a:rPr lang="en-US"/>
              <a:t>hosts.</a:t>
            </a:r>
            <a:endParaRPr lang="en-US" dirty="0"/>
          </a:p>
        </p:txBody>
      </p:sp>
      <p:sp>
        <p:nvSpPr>
          <p:cNvPr id="4" name="Slide Number Placeholder 3"/>
          <p:cNvSpPr>
            <a:spLocks noGrp="1"/>
          </p:cNvSpPr>
          <p:nvPr>
            <p:ph type="sldNum" sz="quarter" idx="10"/>
          </p:nvPr>
        </p:nvSpPr>
        <p:spPr/>
        <p:txBody>
          <a:bodyPr/>
          <a:lstStyle/>
          <a:p>
            <a:fld id="{2FE79D8E-B76F-3141-888B-2B4CF627DE4A}" type="slidenum">
              <a:rPr lang="en-US" smtClean="0"/>
              <a:t>3</a:t>
            </a:fld>
            <a:endParaRPr lang="en-US"/>
          </a:p>
        </p:txBody>
      </p:sp>
    </p:spTree>
    <p:extLst>
      <p:ext uri="{BB962C8B-B14F-4D97-AF65-F5344CB8AC3E}">
        <p14:creationId xmlns:p14="http://schemas.microsoft.com/office/powerpoint/2010/main" val="18221347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Despite the subjects' own expectations of consensus, interpretations of the commandments showed wide ranges of variation, with little evidence of consensus. In another experiment, subjects with autism and subjects without autism interpreted ideological and religious sayings (for example, "Let a thousand flowers bloom" or "To everything there is a season"). People with autism showed a significant tendency to closely paraphrase and repeat content from the original statement (for example: "Don't cut flowers before they bloom"). Controls tended to infer a wider range of cultural meanings with little replicated content (for example: "Go with the flow" or "Everyone should have equal opportunity"). Only the subjects with autism—who lack the degree of inferential capacity normally associated with aspects of theory of mind—came close to functioning as "meme machines"</a:t>
            </a:r>
          </a:p>
        </p:txBody>
      </p:sp>
      <p:sp>
        <p:nvSpPr>
          <p:cNvPr id="4" name="Slide Number Placeholder 3"/>
          <p:cNvSpPr>
            <a:spLocks noGrp="1"/>
          </p:cNvSpPr>
          <p:nvPr>
            <p:ph type="sldNum" sz="quarter" idx="10"/>
          </p:nvPr>
        </p:nvSpPr>
        <p:spPr/>
        <p:txBody>
          <a:bodyPr/>
          <a:lstStyle/>
          <a:p>
            <a:fld id="{2FE79D8E-B76F-3141-888B-2B4CF627DE4A}" type="slidenum">
              <a:rPr lang="en-US" smtClean="0"/>
              <a:t>6</a:t>
            </a:fld>
            <a:endParaRPr lang="en-US"/>
          </a:p>
        </p:txBody>
      </p:sp>
    </p:spTree>
    <p:extLst>
      <p:ext uri="{BB962C8B-B14F-4D97-AF65-F5344CB8AC3E}">
        <p14:creationId xmlns:p14="http://schemas.microsoft.com/office/powerpoint/2010/main" val="23889375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9" name="Group 8"/>
          <p:cNvGrpSpPr/>
          <p:nvPr/>
        </p:nvGrpSpPr>
        <p:grpSpPr>
          <a:xfrm>
            <a:off x="486873" y="411480"/>
            <a:ext cx="8170254" cy="6035040"/>
            <a:chOff x="486873" y="411480"/>
            <a:chExt cx="8170254" cy="6035040"/>
          </a:xfrm>
        </p:grpSpPr>
        <p:sp>
          <p:nvSpPr>
            <p:cNvPr id="8" name="Rectangle 7"/>
            <p:cNvSpPr/>
            <p:nvPr/>
          </p:nvSpPr>
          <p:spPr>
            <a:xfrm>
              <a:off x="486873" y="411480"/>
              <a:ext cx="8170254" cy="6035040"/>
            </a:xfrm>
            <a:prstGeom prst="rect">
              <a:avLst/>
            </a:prstGeom>
            <a:solidFill>
              <a:schemeClr val="bg1">
                <a:lumMod val="95000"/>
              </a:schemeClr>
            </a:solidFill>
            <a:ln w="12700">
              <a:noFill/>
            </a:ln>
            <a:effectLst>
              <a:outerShdw blurRad="63500" sx="101000" sy="101000" algn="ctr" rotWithShape="0">
                <a:prstClr val="black">
                  <a:alpha val="40000"/>
                </a:prstClr>
              </a:outerShdw>
            </a:effectLst>
            <a:scene3d>
              <a:camera prst="perspectiveFront" fov="4800000"/>
              <a:lightRig rig="threePt" dir="t"/>
            </a:scene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a:spLocks/>
            </p:cNvSpPr>
            <p:nvPr/>
          </p:nvSpPr>
          <p:spPr>
            <a:xfrm>
              <a:off x="562843" y="475488"/>
              <a:ext cx="7982712" cy="5888736"/>
            </a:xfrm>
            <a:prstGeom prst="rect">
              <a:avLst/>
            </a:prstGeom>
            <a:noFill/>
            <a:ln w="127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cxnSp>
          <p:nvCxnSpPr>
            <p:cNvPr id="15" name="Straight Connector 14"/>
            <p:cNvCxnSpPr/>
            <p:nvPr/>
          </p:nvCxnSpPr>
          <p:spPr>
            <a:xfrm>
              <a:off x="562842" y="6133646"/>
              <a:ext cx="7982712" cy="1472"/>
            </a:xfrm>
            <a:prstGeom prst="line">
              <a:avLst/>
            </a:prstGeom>
            <a:noFill/>
            <a:ln w="127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17" name="Rectangle 16"/>
            <p:cNvSpPr/>
            <p:nvPr/>
          </p:nvSpPr>
          <p:spPr>
            <a:xfrm>
              <a:off x="562843" y="457200"/>
              <a:ext cx="7982712" cy="2578608"/>
            </a:xfrm>
            <a:prstGeom prst="rect">
              <a:avLst/>
            </a:prstGeom>
            <a:solidFill>
              <a:schemeClr val="bg2">
                <a:lumMod val="40000"/>
                <a:lumOff val="60000"/>
              </a:schemeClr>
            </a:solidFill>
            <a:ln w="3175">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914400" y="1123950"/>
            <a:ext cx="7342188" cy="1924050"/>
          </a:xfrm>
        </p:spPr>
        <p:txBody>
          <a:bodyPr anchor="b" anchorCtr="0">
            <a:noAutofit/>
          </a:bodyPr>
          <a:lstStyle>
            <a:lvl1pPr>
              <a:defRPr sz="5400" kern="1200">
                <a:solidFill>
                  <a:schemeClr val="tx1">
                    <a:lumMod val="75000"/>
                    <a:lumOff val="25000"/>
                  </a:schemeClr>
                </a:solidFill>
                <a:latin typeface="+mj-lt"/>
                <a:ea typeface="+mj-ea"/>
                <a:cs typeface="+mj-cs"/>
              </a:defRPr>
            </a:lvl1pPr>
          </a:lstStyle>
          <a:p>
            <a:r>
              <a:rPr lang="en-US"/>
              <a:t>Click to edit Master title style</a:t>
            </a:r>
            <a:endParaRPr dirty="0"/>
          </a:p>
        </p:txBody>
      </p:sp>
      <p:sp>
        <p:nvSpPr>
          <p:cNvPr id="3" name="Subtitle 2"/>
          <p:cNvSpPr>
            <a:spLocks noGrp="1"/>
          </p:cNvSpPr>
          <p:nvPr>
            <p:ph type="subTitle" idx="1"/>
          </p:nvPr>
        </p:nvSpPr>
        <p:spPr>
          <a:xfrm>
            <a:off x="914400" y="3429000"/>
            <a:ext cx="7342188" cy="1752600"/>
          </a:xfrm>
        </p:spPr>
        <p:txBody>
          <a:bodyPr vert="horz" lIns="91440" tIns="45720" rIns="91440" bIns="45720" rtlCol="0">
            <a:normAutofit/>
          </a:bodyPr>
          <a:lstStyle>
            <a:lvl1pPr marL="0" indent="0" algn="ctr" defTabSz="914400" rtl="0" eaLnBrk="1" latinLnBrk="0" hangingPunct="1">
              <a:spcBef>
                <a:spcPts val="300"/>
              </a:spcBef>
              <a:buClr>
                <a:schemeClr val="tx1">
                  <a:lumMod val="75000"/>
                  <a:lumOff val="25000"/>
                </a:schemeClr>
              </a:buClr>
              <a:buFont typeface="Arial" pitchFamily="34" charset="0"/>
              <a:buNone/>
              <a:defRPr sz="2000" kern="1200">
                <a:solidFill>
                  <a:schemeClr val="tx1">
                    <a:lumMod val="75000"/>
                    <a:lumOff val="25000"/>
                  </a:schemeClr>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
        <p:nvSpPr>
          <p:cNvPr id="4" name="Date Placeholder 3"/>
          <p:cNvSpPr>
            <a:spLocks noGrp="1"/>
          </p:cNvSpPr>
          <p:nvPr>
            <p:ph type="dt" sz="half" idx="10"/>
          </p:nvPr>
        </p:nvSpPr>
        <p:spPr>
          <a:xfrm>
            <a:off x="573741" y="6122894"/>
            <a:ext cx="2133600" cy="259317"/>
          </a:xfrm>
        </p:spPr>
        <p:txBody>
          <a:bodyPr/>
          <a:lstStyle/>
          <a:p>
            <a:fld id="{7D290233-0DD1-4A80-BB1E-9ADC3556DBB6}" type="datetimeFigureOut">
              <a:rPr lang="en-US" smtClean="0"/>
              <a:t>15-Oct-19</a:t>
            </a:fld>
            <a:endParaRPr lang="en-US"/>
          </a:p>
        </p:txBody>
      </p:sp>
      <p:sp>
        <p:nvSpPr>
          <p:cNvPr id="5" name="Footer Placeholder 4"/>
          <p:cNvSpPr>
            <a:spLocks noGrp="1"/>
          </p:cNvSpPr>
          <p:nvPr>
            <p:ph type="ftr" sz="quarter" idx="11"/>
          </p:nvPr>
        </p:nvSpPr>
        <p:spPr>
          <a:xfrm>
            <a:off x="5638800" y="6122894"/>
            <a:ext cx="2895600" cy="257810"/>
          </a:xfrm>
        </p:spPr>
        <p:txBody>
          <a:bodyPr/>
          <a:lstStyle/>
          <a:p>
            <a:endParaRPr lang="en-US"/>
          </a:p>
        </p:txBody>
      </p:sp>
      <p:sp>
        <p:nvSpPr>
          <p:cNvPr id="6" name="Slide Number Placeholder 5"/>
          <p:cNvSpPr>
            <a:spLocks noGrp="1"/>
          </p:cNvSpPr>
          <p:nvPr>
            <p:ph type="sldNum" sz="quarter" idx="12"/>
          </p:nvPr>
        </p:nvSpPr>
        <p:spPr>
          <a:xfrm>
            <a:off x="4191000" y="6122894"/>
            <a:ext cx="762000" cy="271463"/>
          </a:xfrm>
        </p:spPr>
        <p:txBody>
          <a:bodyPr/>
          <a:lstStyle/>
          <a:p>
            <a:fld id="{CFE4BAC9-6D41-4691-9299-18EF07EF0177}"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9" name="Group 8"/>
          <p:cNvGrpSpPr/>
          <p:nvPr/>
        </p:nvGrpSpPr>
        <p:grpSpPr>
          <a:xfrm>
            <a:off x="182880" y="173699"/>
            <a:ext cx="8778240" cy="6510602"/>
            <a:chOff x="182880" y="173699"/>
            <a:chExt cx="8778240" cy="6510602"/>
          </a:xfrm>
        </p:grpSpPr>
        <p:sp>
          <p:nvSpPr>
            <p:cNvPr id="13" name="Rectangle 12"/>
            <p:cNvSpPr/>
            <p:nvPr/>
          </p:nvSpPr>
          <p:spPr>
            <a:xfrm>
              <a:off x="182880" y="173699"/>
              <a:ext cx="8778240" cy="6510602"/>
            </a:xfrm>
            <a:prstGeom prst="rect">
              <a:avLst/>
            </a:prstGeom>
            <a:solidFill>
              <a:schemeClr val="bg1">
                <a:lumMod val="95000"/>
              </a:schemeClr>
            </a:solidFill>
            <a:ln w="12700">
              <a:noFill/>
            </a:ln>
            <a:effectLst>
              <a:outerShdw blurRad="63500" sx="101000" sy="101000" algn="ctr" rotWithShape="0">
                <a:prstClr val="black">
                  <a:alpha val="40000"/>
                </a:prstClr>
              </a:outerShdw>
            </a:effectLst>
            <a:scene3d>
              <a:camera prst="perspectiveFront" fov="4800000"/>
              <a:lightRig rig="threePt" dir="t"/>
            </a:scene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8" name="Group 10"/>
            <p:cNvGrpSpPr/>
            <p:nvPr/>
          </p:nvGrpSpPr>
          <p:grpSpPr>
            <a:xfrm>
              <a:off x="256032" y="237744"/>
              <a:ext cx="8622792" cy="6364224"/>
              <a:chOff x="247157" y="247430"/>
              <a:chExt cx="8622792" cy="6364224"/>
            </a:xfrm>
          </p:grpSpPr>
          <p:sp>
            <p:nvSpPr>
              <p:cNvPr id="19" name="Rectangle 18"/>
              <p:cNvSpPr>
                <a:spLocks/>
              </p:cNvSpPr>
              <p:nvPr/>
            </p:nvSpPr>
            <p:spPr>
              <a:xfrm>
                <a:off x="247157" y="247430"/>
                <a:ext cx="8622792" cy="6364224"/>
              </a:xfrm>
              <a:prstGeom prst="rect">
                <a:avLst/>
              </a:prstGeom>
              <a:noFill/>
              <a:ln w="127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cxnSp>
            <p:nvCxnSpPr>
              <p:cNvPr id="20" name="Straight Connector 19"/>
              <p:cNvCxnSpPr/>
              <p:nvPr/>
            </p:nvCxnSpPr>
            <p:spPr>
              <a:xfrm>
                <a:off x="247157" y="6389024"/>
                <a:ext cx="8622792" cy="1588"/>
              </a:xfrm>
              <a:prstGeom prst="line">
                <a:avLst/>
              </a:prstGeom>
              <a:noFill/>
              <a:ln w="127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21" name="Rectangle 20"/>
              <p:cNvSpPr/>
              <p:nvPr/>
            </p:nvSpPr>
            <p:spPr>
              <a:xfrm>
                <a:off x="247157" y="1612392"/>
                <a:ext cx="8622792" cy="64008"/>
              </a:xfrm>
              <a:prstGeom prst="rect">
                <a:avLst/>
              </a:prstGeom>
              <a:solidFill>
                <a:schemeClr val="bg2">
                  <a:lumMod val="40000"/>
                  <a:lumOff val="60000"/>
                </a:schemeClr>
              </a:solidFill>
              <a:ln w="3175">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7D290233-0DD1-4A80-BB1E-9ADC3556DBB6}" type="datetimeFigureOut">
              <a:rPr lang="en-US" smtClean="0"/>
              <a:t>15-Oct-19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E4BAC9-6D41-4691-9299-18EF07EF0177}"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grpSp>
        <p:nvGrpSpPr>
          <p:cNvPr id="10" name="Group 9"/>
          <p:cNvGrpSpPr/>
          <p:nvPr/>
        </p:nvGrpSpPr>
        <p:grpSpPr>
          <a:xfrm>
            <a:off x="486873" y="411480"/>
            <a:ext cx="8170254" cy="6035040"/>
            <a:chOff x="486873" y="411480"/>
            <a:chExt cx="8170254" cy="6035040"/>
          </a:xfrm>
        </p:grpSpPr>
        <p:sp>
          <p:nvSpPr>
            <p:cNvPr id="12" name="Rectangle 11"/>
            <p:cNvSpPr/>
            <p:nvPr/>
          </p:nvSpPr>
          <p:spPr>
            <a:xfrm>
              <a:off x="486873" y="411480"/>
              <a:ext cx="8170254" cy="6035040"/>
            </a:xfrm>
            <a:prstGeom prst="rect">
              <a:avLst/>
            </a:prstGeom>
            <a:solidFill>
              <a:schemeClr val="bg1">
                <a:lumMod val="95000"/>
              </a:schemeClr>
            </a:solidFill>
            <a:ln w="12700">
              <a:noFill/>
            </a:ln>
            <a:effectLst>
              <a:outerShdw blurRad="63500" sx="101000" sy="101000" algn="ctr" rotWithShape="0">
                <a:prstClr val="black">
                  <a:alpha val="40000"/>
                </a:prstClr>
              </a:outerShdw>
            </a:effectLst>
            <a:scene3d>
              <a:camera prst="perspectiveFront" fov="4800000"/>
              <a:lightRig rig="threePt" dir="t"/>
            </a:scene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6" name="Group 11"/>
            <p:cNvGrpSpPr/>
            <p:nvPr/>
          </p:nvGrpSpPr>
          <p:grpSpPr>
            <a:xfrm>
              <a:off x="562842" y="475488"/>
              <a:ext cx="7982713" cy="5888736"/>
              <a:chOff x="562842" y="475488"/>
              <a:chExt cx="7982713" cy="5888736"/>
            </a:xfrm>
          </p:grpSpPr>
          <p:sp>
            <p:nvSpPr>
              <p:cNvPr id="8" name="Rectangle 7"/>
              <p:cNvSpPr>
                <a:spLocks/>
              </p:cNvSpPr>
              <p:nvPr/>
            </p:nvSpPr>
            <p:spPr>
              <a:xfrm>
                <a:off x="562843" y="475488"/>
                <a:ext cx="7982712" cy="5888736"/>
              </a:xfrm>
              <a:prstGeom prst="rect">
                <a:avLst/>
              </a:prstGeom>
              <a:noFill/>
              <a:ln w="127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cxnSp>
            <p:nvCxnSpPr>
              <p:cNvPr id="9" name="Straight Connector 8"/>
              <p:cNvCxnSpPr/>
              <p:nvPr/>
            </p:nvCxnSpPr>
            <p:spPr>
              <a:xfrm>
                <a:off x="562842" y="6133646"/>
                <a:ext cx="7982712" cy="1472"/>
              </a:xfrm>
              <a:prstGeom prst="line">
                <a:avLst/>
              </a:prstGeom>
              <a:noFill/>
              <a:ln w="127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1" name="Straight Connector 10"/>
              <p:cNvCxnSpPr/>
              <p:nvPr/>
            </p:nvCxnSpPr>
            <p:spPr>
              <a:xfrm>
                <a:off x="562842" y="3427528"/>
                <a:ext cx="7982712" cy="1472"/>
              </a:xfrm>
              <a:prstGeom prst="line">
                <a:avLst/>
              </a:prstGeom>
              <a:noFill/>
              <a:ln w="127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cxnSp>
        </p:grpSp>
      </p:grpSp>
      <p:sp>
        <p:nvSpPr>
          <p:cNvPr id="2" name="Title 1"/>
          <p:cNvSpPr>
            <a:spLocks noGrp="1"/>
          </p:cNvSpPr>
          <p:nvPr>
            <p:ph type="ctrTitle"/>
          </p:nvPr>
        </p:nvSpPr>
        <p:spPr>
          <a:xfrm>
            <a:off x="900113" y="3442447"/>
            <a:ext cx="7345362" cy="1532965"/>
          </a:xfrm>
        </p:spPr>
        <p:txBody>
          <a:bodyPr anchor="b" anchorCtr="0">
            <a:normAutofit/>
          </a:bodyPr>
          <a:lstStyle>
            <a:lvl1pPr>
              <a:defRPr sz="5400"/>
            </a:lvl1pPr>
          </a:lstStyle>
          <a:p>
            <a:r>
              <a:rPr lang="en-US"/>
              <a:t>Click to edit Master title style</a:t>
            </a:r>
            <a:endParaRPr/>
          </a:p>
        </p:txBody>
      </p:sp>
      <p:sp>
        <p:nvSpPr>
          <p:cNvPr id="3" name="Subtitle 2"/>
          <p:cNvSpPr>
            <a:spLocks noGrp="1"/>
          </p:cNvSpPr>
          <p:nvPr>
            <p:ph type="subTitle" idx="1"/>
          </p:nvPr>
        </p:nvSpPr>
        <p:spPr>
          <a:xfrm>
            <a:off x="900113" y="5029200"/>
            <a:ext cx="7345362" cy="990600"/>
          </a:xfrm>
        </p:spPr>
        <p:txBody>
          <a:bodyPr>
            <a:normAutofit/>
          </a:bodyPr>
          <a:lstStyle>
            <a:lvl1pPr marL="0" indent="0" algn="ctr">
              <a:spcBef>
                <a:spcPts val="300"/>
              </a:spcBef>
              <a:buNone/>
              <a:defRPr sz="2000">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
        <p:nvSpPr>
          <p:cNvPr id="4" name="Date Placeholder 3"/>
          <p:cNvSpPr>
            <a:spLocks noGrp="1"/>
          </p:cNvSpPr>
          <p:nvPr>
            <p:ph type="dt" sz="half" idx="10"/>
          </p:nvPr>
        </p:nvSpPr>
        <p:spPr>
          <a:xfrm>
            <a:off x="569259" y="6122894"/>
            <a:ext cx="2133600" cy="259317"/>
          </a:xfrm>
        </p:spPr>
        <p:txBody>
          <a:bodyPr/>
          <a:lstStyle/>
          <a:p>
            <a:fld id="{7D290233-0DD1-4A80-BB1E-9ADC3556DBB6}" type="datetimeFigureOut">
              <a:rPr lang="en-US" smtClean="0"/>
              <a:t>15-Oct-19</a:t>
            </a:fld>
            <a:endParaRPr lang="en-US"/>
          </a:p>
        </p:txBody>
      </p:sp>
      <p:sp>
        <p:nvSpPr>
          <p:cNvPr id="5" name="Footer Placeholder 4"/>
          <p:cNvSpPr>
            <a:spLocks noGrp="1"/>
          </p:cNvSpPr>
          <p:nvPr>
            <p:ph type="ftr" sz="quarter" idx="11"/>
          </p:nvPr>
        </p:nvSpPr>
        <p:spPr>
          <a:xfrm>
            <a:off x="5638800" y="6124401"/>
            <a:ext cx="2895600" cy="257810"/>
          </a:xfrm>
        </p:spPr>
        <p:txBody>
          <a:bodyPr/>
          <a:lstStyle/>
          <a:p>
            <a:endParaRPr lang="en-US"/>
          </a:p>
        </p:txBody>
      </p:sp>
      <p:sp>
        <p:nvSpPr>
          <p:cNvPr id="14" name="Picture Placeholder 13"/>
          <p:cNvSpPr>
            <a:spLocks noGrp="1"/>
          </p:cNvSpPr>
          <p:nvPr>
            <p:ph type="pic" sz="quarter" idx="12"/>
          </p:nvPr>
        </p:nvSpPr>
        <p:spPr>
          <a:xfrm>
            <a:off x="636493" y="533400"/>
            <a:ext cx="7836408" cy="2828925"/>
          </a:xfrm>
        </p:spPr>
        <p:txBody>
          <a:bodyPr>
            <a:normAutofit/>
          </a:bodyPr>
          <a:lstStyle>
            <a:lvl1pPr>
              <a:buNone/>
              <a:defRPr sz="2000"/>
            </a:lvl1pPr>
          </a:lstStyle>
          <a:p>
            <a:r>
              <a:rPr lang="en-US"/>
              <a:t>Drag picture to placeholder or click icon to add</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9" name="Group 8"/>
          <p:cNvGrpSpPr/>
          <p:nvPr/>
        </p:nvGrpSpPr>
        <p:grpSpPr>
          <a:xfrm>
            <a:off x="182880" y="173699"/>
            <a:ext cx="8778240" cy="6510602"/>
            <a:chOff x="182880" y="173699"/>
            <a:chExt cx="8778240" cy="6510602"/>
          </a:xfrm>
        </p:grpSpPr>
        <p:sp>
          <p:nvSpPr>
            <p:cNvPr id="12" name="Rectangle 11"/>
            <p:cNvSpPr/>
            <p:nvPr/>
          </p:nvSpPr>
          <p:spPr>
            <a:xfrm>
              <a:off x="182880" y="173699"/>
              <a:ext cx="8778240" cy="6510602"/>
            </a:xfrm>
            <a:prstGeom prst="rect">
              <a:avLst/>
            </a:prstGeom>
            <a:solidFill>
              <a:schemeClr val="bg1">
                <a:lumMod val="95000"/>
              </a:schemeClr>
            </a:solidFill>
            <a:ln w="12700">
              <a:noFill/>
            </a:ln>
            <a:effectLst>
              <a:outerShdw blurRad="63500" sx="101000" sy="101000" algn="ctr" rotWithShape="0">
                <a:prstClr val="black">
                  <a:alpha val="40000"/>
                </a:prstClr>
              </a:outerShdw>
            </a:effectLst>
            <a:scene3d>
              <a:camera prst="perspectiveFront" fov="4800000"/>
              <a:lightRig rig="threePt" dir="t"/>
            </a:scene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8" name="Group 10"/>
            <p:cNvGrpSpPr/>
            <p:nvPr/>
          </p:nvGrpSpPr>
          <p:grpSpPr>
            <a:xfrm>
              <a:off x="256032" y="237744"/>
              <a:ext cx="8622792" cy="6364224"/>
              <a:chOff x="247157" y="247430"/>
              <a:chExt cx="8622792" cy="6364224"/>
            </a:xfrm>
          </p:grpSpPr>
          <p:sp>
            <p:nvSpPr>
              <p:cNvPr id="27" name="Rectangle 26"/>
              <p:cNvSpPr>
                <a:spLocks/>
              </p:cNvSpPr>
              <p:nvPr/>
            </p:nvSpPr>
            <p:spPr>
              <a:xfrm>
                <a:off x="247157" y="247430"/>
                <a:ext cx="8622792" cy="6364224"/>
              </a:xfrm>
              <a:prstGeom prst="rect">
                <a:avLst/>
              </a:prstGeom>
              <a:noFill/>
              <a:ln w="127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cxnSp>
            <p:nvCxnSpPr>
              <p:cNvPr id="28" name="Straight Connector 27"/>
              <p:cNvCxnSpPr/>
              <p:nvPr/>
            </p:nvCxnSpPr>
            <p:spPr>
              <a:xfrm>
                <a:off x="247157" y="6389024"/>
                <a:ext cx="8622792" cy="1588"/>
              </a:xfrm>
              <a:prstGeom prst="line">
                <a:avLst/>
              </a:prstGeom>
              <a:noFill/>
              <a:ln w="127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cxnSp>
        </p:grpSp>
      </p:grpSp>
      <p:sp>
        <p:nvSpPr>
          <p:cNvPr id="2" name="Title 1"/>
          <p:cNvSpPr>
            <a:spLocks noGrp="1"/>
          </p:cNvSpPr>
          <p:nvPr>
            <p:ph type="title"/>
          </p:nvPr>
        </p:nvSpPr>
        <p:spPr>
          <a:xfrm>
            <a:off x="900113" y="1371600"/>
            <a:ext cx="7345362" cy="1676400"/>
          </a:xfrm>
        </p:spPr>
        <p:txBody>
          <a:bodyPr anchor="b" anchorCtr="0">
            <a:noAutofit/>
          </a:bodyPr>
          <a:lstStyle>
            <a:lvl1pPr algn="ctr">
              <a:defRPr sz="5400" b="0" i="0" cap="none" baseline="0">
                <a:solidFill>
                  <a:schemeClr val="tx1">
                    <a:lumMod val="75000"/>
                    <a:lumOff val="25000"/>
                  </a:schemeClr>
                </a:solidFill>
              </a:defRPr>
            </a:lvl1pPr>
          </a:lstStyle>
          <a:p>
            <a:r>
              <a:rPr lang="en-US"/>
              <a:t>Click to edit Master title style</a:t>
            </a:r>
            <a:endParaRPr dirty="0"/>
          </a:p>
        </p:txBody>
      </p:sp>
      <p:sp>
        <p:nvSpPr>
          <p:cNvPr id="3" name="Text Placeholder 2"/>
          <p:cNvSpPr>
            <a:spLocks noGrp="1"/>
          </p:cNvSpPr>
          <p:nvPr>
            <p:ph type="body" idx="1"/>
          </p:nvPr>
        </p:nvSpPr>
        <p:spPr>
          <a:xfrm>
            <a:off x="900113" y="3134566"/>
            <a:ext cx="7345362" cy="1500187"/>
          </a:xfrm>
        </p:spPr>
        <p:txBody>
          <a:bodyPr anchor="t" anchorCtr="0"/>
          <a:lstStyle>
            <a:lvl1pPr marL="0" indent="0" algn="ctr">
              <a:spcBef>
                <a:spcPts val="300"/>
              </a:spcBef>
              <a:buNone/>
              <a:defRPr sz="20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290233-0DD1-4A80-BB1E-9ADC3556DBB6}" type="datetimeFigureOut">
              <a:rPr lang="en-US" smtClean="0"/>
              <a:t>15-Oct-19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E4BAC9-6D41-4691-9299-18EF07EF0177}"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20" name="Group 19"/>
          <p:cNvGrpSpPr/>
          <p:nvPr/>
        </p:nvGrpSpPr>
        <p:grpSpPr>
          <a:xfrm>
            <a:off x="182880" y="173699"/>
            <a:ext cx="8778240" cy="6510602"/>
            <a:chOff x="182880" y="173699"/>
            <a:chExt cx="8778240" cy="6510602"/>
          </a:xfrm>
        </p:grpSpPr>
        <p:sp>
          <p:nvSpPr>
            <p:cNvPr id="21" name="Rectangle 20"/>
            <p:cNvSpPr/>
            <p:nvPr/>
          </p:nvSpPr>
          <p:spPr>
            <a:xfrm>
              <a:off x="182880" y="173699"/>
              <a:ext cx="8778240" cy="6510602"/>
            </a:xfrm>
            <a:prstGeom prst="rect">
              <a:avLst/>
            </a:prstGeom>
            <a:solidFill>
              <a:schemeClr val="bg1">
                <a:lumMod val="95000"/>
              </a:schemeClr>
            </a:solidFill>
            <a:ln w="12700">
              <a:noFill/>
            </a:ln>
            <a:effectLst>
              <a:outerShdw blurRad="63500" sx="101000" sy="101000" algn="ctr" rotWithShape="0">
                <a:prstClr val="black">
                  <a:alpha val="40000"/>
                </a:prstClr>
              </a:outerShdw>
            </a:effectLst>
            <a:scene3d>
              <a:camera prst="perspectiveFront" fov="4800000"/>
              <a:lightRig rig="threePt" dir="t"/>
            </a:scene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22" name="Group 10"/>
            <p:cNvGrpSpPr/>
            <p:nvPr/>
          </p:nvGrpSpPr>
          <p:grpSpPr>
            <a:xfrm>
              <a:off x="256032" y="237744"/>
              <a:ext cx="8622792" cy="6364224"/>
              <a:chOff x="247157" y="247430"/>
              <a:chExt cx="8622792" cy="6364224"/>
            </a:xfrm>
          </p:grpSpPr>
          <p:sp>
            <p:nvSpPr>
              <p:cNvPr id="23" name="Rectangle 22"/>
              <p:cNvSpPr>
                <a:spLocks/>
              </p:cNvSpPr>
              <p:nvPr/>
            </p:nvSpPr>
            <p:spPr>
              <a:xfrm>
                <a:off x="247157" y="247430"/>
                <a:ext cx="8622792" cy="6364224"/>
              </a:xfrm>
              <a:prstGeom prst="rect">
                <a:avLst/>
              </a:prstGeom>
              <a:noFill/>
              <a:ln w="127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cxnSp>
            <p:nvCxnSpPr>
              <p:cNvPr id="24" name="Straight Connector 23"/>
              <p:cNvCxnSpPr/>
              <p:nvPr/>
            </p:nvCxnSpPr>
            <p:spPr>
              <a:xfrm>
                <a:off x="247157" y="6389024"/>
                <a:ext cx="8622792" cy="1588"/>
              </a:xfrm>
              <a:prstGeom prst="line">
                <a:avLst/>
              </a:prstGeom>
              <a:noFill/>
              <a:ln w="127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25" name="Rectangle 24"/>
              <p:cNvSpPr/>
              <p:nvPr/>
            </p:nvSpPr>
            <p:spPr>
              <a:xfrm>
                <a:off x="247157" y="1612392"/>
                <a:ext cx="8622792" cy="64008"/>
              </a:xfrm>
              <a:prstGeom prst="rect">
                <a:avLst/>
              </a:prstGeom>
              <a:solidFill>
                <a:schemeClr val="bg2">
                  <a:lumMod val="40000"/>
                  <a:lumOff val="60000"/>
                </a:schemeClr>
              </a:solidFill>
              <a:ln w="3175">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900111" y="2147888"/>
            <a:ext cx="3566160" cy="3927475"/>
          </a:xfrm>
        </p:spPr>
        <p:txBody>
          <a:bodyPr>
            <a:normAutofit/>
          </a:bodyPr>
          <a:lstStyle>
            <a:lvl1pPr>
              <a:defRPr sz="20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648199" y="2147888"/>
            <a:ext cx="3566160" cy="3927475"/>
          </a:xfrm>
        </p:spPr>
        <p:txBody>
          <a:bodyPr>
            <a:normAutofit/>
          </a:bodyPr>
          <a:lstStyle>
            <a:lvl1pPr>
              <a:defRPr sz="20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7D290233-0DD1-4A80-BB1E-9ADC3556DBB6}" type="datetimeFigureOut">
              <a:rPr lang="en-US" smtClean="0"/>
              <a:t>15-Oct-19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FE4BAC9-6D41-4691-9299-18EF07EF0177}"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10" name="Group 9"/>
          <p:cNvGrpSpPr/>
          <p:nvPr/>
        </p:nvGrpSpPr>
        <p:grpSpPr>
          <a:xfrm>
            <a:off x="182880" y="173699"/>
            <a:ext cx="8778240" cy="6510602"/>
            <a:chOff x="182880" y="173699"/>
            <a:chExt cx="8778240" cy="6510602"/>
          </a:xfrm>
        </p:grpSpPr>
        <p:grpSp>
          <p:nvGrpSpPr>
            <p:cNvPr id="26" name="Group 25"/>
            <p:cNvGrpSpPr/>
            <p:nvPr/>
          </p:nvGrpSpPr>
          <p:grpSpPr>
            <a:xfrm>
              <a:off x="182880" y="173699"/>
              <a:ext cx="8778240" cy="6510602"/>
              <a:chOff x="182880" y="173699"/>
              <a:chExt cx="8778240" cy="6510602"/>
            </a:xfrm>
          </p:grpSpPr>
          <p:sp>
            <p:nvSpPr>
              <p:cNvPr id="27" name="Rectangle 26"/>
              <p:cNvSpPr/>
              <p:nvPr/>
            </p:nvSpPr>
            <p:spPr>
              <a:xfrm>
                <a:off x="182880" y="173699"/>
                <a:ext cx="8778240" cy="6510602"/>
              </a:xfrm>
              <a:prstGeom prst="rect">
                <a:avLst/>
              </a:prstGeom>
              <a:solidFill>
                <a:schemeClr val="bg1">
                  <a:lumMod val="95000"/>
                </a:schemeClr>
              </a:solidFill>
              <a:ln w="12700">
                <a:noFill/>
              </a:ln>
              <a:effectLst>
                <a:outerShdw blurRad="63500" sx="101000" sy="101000" algn="ctr" rotWithShape="0">
                  <a:prstClr val="black">
                    <a:alpha val="40000"/>
                  </a:prstClr>
                </a:outerShdw>
              </a:effectLst>
              <a:scene3d>
                <a:camera prst="perspectiveFront" fov="4800000"/>
                <a:lightRig rig="threePt" dir="t"/>
              </a:scene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28" name="Group 10"/>
              <p:cNvGrpSpPr/>
              <p:nvPr/>
            </p:nvGrpSpPr>
            <p:grpSpPr>
              <a:xfrm>
                <a:off x="256032" y="237744"/>
                <a:ext cx="8622792" cy="6364224"/>
                <a:chOff x="247157" y="247430"/>
                <a:chExt cx="8622792" cy="6364224"/>
              </a:xfrm>
            </p:grpSpPr>
            <p:sp>
              <p:nvSpPr>
                <p:cNvPr id="29" name="Rectangle 28"/>
                <p:cNvSpPr>
                  <a:spLocks/>
                </p:cNvSpPr>
                <p:nvPr/>
              </p:nvSpPr>
              <p:spPr>
                <a:xfrm>
                  <a:off x="247157" y="247430"/>
                  <a:ext cx="8622792" cy="6364224"/>
                </a:xfrm>
                <a:prstGeom prst="rect">
                  <a:avLst/>
                </a:prstGeom>
                <a:noFill/>
                <a:ln w="127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cxnSp>
              <p:nvCxnSpPr>
                <p:cNvPr id="31" name="Straight Connector 30"/>
                <p:cNvCxnSpPr/>
                <p:nvPr/>
              </p:nvCxnSpPr>
              <p:spPr>
                <a:xfrm>
                  <a:off x="247157" y="6389024"/>
                  <a:ext cx="8622792" cy="1588"/>
                </a:xfrm>
                <a:prstGeom prst="line">
                  <a:avLst/>
                </a:prstGeom>
                <a:noFill/>
                <a:ln w="127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32" name="Rectangle 31"/>
                <p:cNvSpPr/>
                <p:nvPr/>
              </p:nvSpPr>
              <p:spPr>
                <a:xfrm>
                  <a:off x="247157" y="1612392"/>
                  <a:ext cx="8622792" cy="64008"/>
                </a:xfrm>
                <a:prstGeom prst="rect">
                  <a:avLst/>
                </a:prstGeom>
                <a:solidFill>
                  <a:schemeClr val="bg2">
                    <a:lumMod val="40000"/>
                    <a:lumOff val="60000"/>
                  </a:schemeClr>
                </a:solidFill>
                <a:ln w="3175">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cxnSp>
          <p:nvCxnSpPr>
            <p:cNvPr id="23" name="Straight Connector 22"/>
            <p:cNvCxnSpPr/>
            <p:nvPr/>
          </p:nvCxnSpPr>
          <p:spPr>
            <a:xfrm rot="16200000" flipH="1">
              <a:off x="2217480" y="4026438"/>
              <a:ext cx="4711326" cy="2286"/>
            </a:xfrm>
            <a:prstGeom prst="line">
              <a:avLst/>
            </a:prstGeom>
            <a:noFill/>
            <a:ln w="127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cxnSp>
      </p:grpSp>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632301" y="1708990"/>
            <a:ext cx="3566160" cy="832503"/>
          </a:xfrm>
        </p:spPr>
        <p:txBody>
          <a:bodyPr anchor="ctr" anchorCtr="0">
            <a:noAutofit/>
          </a:bodyPr>
          <a:lstStyle>
            <a:lvl1pPr marL="0" indent="0" algn="ctr">
              <a:spcBef>
                <a:spcPts val="300"/>
              </a:spcBef>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2301" y="2590801"/>
            <a:ext cx="3566160" cy="3484562"/>
          </a:xfrm>
        </p:spPr>
        <p:txBody>
          <a:bodyPr>
            <a:normAutofit/>
          </a:bodyPr>
          <a:lstStyle>
            <a:lvl1pPr>
              <a:defRPr sz="20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p:nvPr>
        </p:nvSpPr>
        <p:spPr>
          <a:xfrm>
            <a:off x="4945539" y="1708990"/>
            <a:ext cx="3566160" cy="832503"/>
          </a:xfrm>
        </p:spPr>
        <p:txBody>
          <a:bodyPr anchor="ctr" anchorCtr="0">
            <a:noAutofit/>
          </a:bodyPr>
          <a:lstStyle>
            <a:lvl1pPr marL="0" indent="0" algn="ctr">
              <a:spcBef>
                <a:spcPts val="300"/>
              </a:spcBef>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945539" y="2590801"/>
            <a:ext cx="3566160" cy="3484562"/>
          </a:xfrm>
        </p:spPr>
        <p:txBody>
          <a:bodyPr>
            <a:normAutofit/>
          </a:bodyPr>
          <a:lstStyle>
            <a:lvl1pPr>
              <a:defRPr sz="20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p:txBody>
          <a:bodyPr/>
          <a:lstStyle/>
          <a:p>
            <a:fld id="{7D290233-0DD1-4A80-BB1E-9ADC3556DBB6}" type="datetimeFigureOut">
              <a:rPr lang="en-US" smtClean="0"/>
              <a:t>15-Oct-19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FE4BAC9-6D41-4691-9299-18EF07EF0177}"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12" name="Group 11"/>
          <p:cNvGrpSpPr/>
          <p:nvPr/>
        </p:nvGrpSpPr>
        <p:grpSpPr>
          <a:xfrm>
            <a:off x="182880" y="173699"/>
            <a:ext cx="8778240" cy="6510602"/>
            <a:chOff x="182880" y="173699"/>
            <a:chExt cx="8778240" cy="6510602"/>
          </a:xfrm>
        </p:grpSpPr>
        <p:sp>
          <p:nvSpPr>
            <p:cNvPr id="13" name="Rectangle 12"/>
            <p:cNvSpPr/>
            <p:nvPr/>
          </p:nvSpPr>
          <p:spPr>
            <a:xfrm>
              <a:off x="182880" y="173699"/>
              <a:ext cx="8778240" cy="6510602"/>
            </a:xfrm>
            <a:prstGeom prst="rect">
              <a:avLst/>
            </a:prstGeom>
            <a:solidFill>
              <a:schemeClr val="bg1">
                <a:lumMod val="95000"/>
              </a:schemeClr>
            </a:solidFill>
            <a:ln w="12700">
              <a:noFill/>
            </a:ln>
            <a:effectLst>
              <a:outerShdw blurRad="63500" sx="101000" sy="101000" algn="ctr" rotWithShape="0">
                <a:prstClr val="black">
                  <a:alpha val="40000"/>
                </a:prstClr>
              </a:outerShdw>
            </a:effectLst>
            <a:scene3d>
              <a:camera prst="perspectiveFront" fov="4800000"/>
              <a:lightRig rig="threePt" dir="t"/>
            </a:scene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4" name="Group 10"/>
            <p:cNvGrpSpPr/>
            <p:nvPr/>
          </p:nvGrpSpPr>
          <p:grpSpPr>
            <a:xfrm>
              <a:off x="256032" y="237744"/>
              <a:ext cx="8622792" cy="6364224"/>
              <a:chOff x="247157" y="247430"/>
              <a:chExt cx="8622792" cy="6364224"/>
            </a:xfrm>
          </p:grpSpPr>
          <p:sp>
            <p:nvSpPr>
              <p:cNvPr id="15" name="Rectangle 14"/>
              <p:cNvSpPr>
                <a:spLocks/>
              </p:cNvSpPr>
              <p:nvPr/>
            </p:nvSpPr>
            <p:spPr>
              <a:xfrm>
                <a:off x="247157" y="247430"/>
                <a:ext cx="8622792" cy="6364224"/>
              </a:xfrm>
              <a:prstGeom prst="rect">
                <a:avLst/>
              </a:prstGeom>
              <a:noFill/>
              <a:ln w="127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cxnSp>
            <p:nvCxnSpPr>
              <p:cNvPr id="16" name="Straight Connector 15"/>
              <p:cNvCxnSpPr/>
              <p:nvPr/>
            </p:nvCxnSpPr>
            <p:spPr>
              <a:xfrm>
                <a:off x="247157" y="6389024"/>
                <a:ext cx="8622792" cy="1588"/>
              </a:xfrm>
              <a:prstGeom prst="line">
                <a:avLst/>
              </a:prstGeom>
              <a:noFill/>
              <a:ln w="127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17" name="Rectangle 16"/>
              <p:cNvSpPr/>
              <p:nvPr/>
            </p:nvSpPr>
            <p:spPr>
              <a:xfrm>
                <a:off x="247157" y="1612392"/>
                <a:ext cx="8622792" cy="64008"/>
              </a:xfrm>
              <a:prstGeom prst="rect">
                <a:avLst/>
              </a:prstGeom>
              <a:solidFill>
                <a:schemeClr val="bg2">
                  <a:lumMod val="40000"/>
                  <a:lumOff val="60000"/>
                </a:schemeClr>
              </a:solidFill>
              <a:ln w="3175">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7D290233-0DD1-4A80-BB1E-9ADC3556DBB6}" type="datetimeFigureOut">
              <a:rPr lang="en-US" smtClean="0"/>
              <a:t>15-Oct-19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FE4BAC9-6D41-4691-9299-18EF07EF0177}"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grpSp>
        <p:nvGrpSpPr>
          <p:cNvPr id="10" name="Group 9"/>
          <p:cNvGrpSpPr/>
          <p:nvPr/>
        </p:nvGrpSpPr>
        <p:grpSpPr>
          <a:xfrm>
            <a:off x="182880" y="173699"/>
            <a:ext cx="8778240" cy="6510602"/>
            <a:chOff x="182880" y="173699"/>
            <a:chExt cx="8778240" cy="6510602"/>
          </a:xfrm>
        </p:grpSpPr>
        <p:sp>
          <p:nvSpPr>
            <p:cNvPr id="11" name="Rectangle 10"/>
            <p:cNvSpPr/>
            <p:nvPr/>
          </p:nvSpPr>
          <p:spPr>
            <a:xfrm>
              <a:off x="182880" y="173699"/>
              <a:ext cx="8778240" cy="6510602"/>
            </a:xfrm>
            <a:prstGeom prst="rect">
              <a:avLst/>
            </a:prstGeom>
            <a:solidFill>
              <a:schemeClr val="bg1">
                <a:lumMod val="95000"/>
              </a:schemeClr>
            </a:solidFill>
            <a:ln w="12700">
              <a:noFill/>
            </a:ln>
            <a:effectLst>
              <a:outerShdw blurRad="63500" sx="101000" sy="101000" algn="ctr" rotWithShape="0">
                <a:prstClr val="black">
                  <a:alpha val="40000"/>
                </a:prstClr>
              </a:outerShdw>
            </a:effectLst>
            <a:scene3d>
              <a:camera prst="perspectiveFront" fov="4800000"/>
              <a:lightRig rig="threePt" dir="t"/>
            </a:scene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2" name="Group 10"/>
            <p:cNvGrpSpPr/>
            <p:nvPr/>
          </p:nvGrpSpPr>
          <p:grpSpPr>
            <a:xfrm>
              <a:off x="256032" y="237744"/>
              <a:ext cx="8622792" cy="6364224"/>
              <a:chOff x="247157" y="247430"/>
              <a:chExt cx="8622792" cy="6364224"/>
            </a:xfrm>
          </p:grpSpPr>
          <p:sp>
            <p:nvSpPr>
              <p:cNvPr id="13" name="Rectangle 12"/>
              <p:cNvSpPr>
                <a:spLocks/>
              </p:cNvSpPr>
              <p:nvPr/>
            </p:nvSpPr>
            <p:spPr>
              <a:xfrm>
                <a:off x="247157" y="247430"/>
                <a:ext cx="8622792" cy="6364224"/>
              </a:xfrm>
              <a:prstGeom prst="rect">
                <a:avLst/>
              </a:prstGeom>
              <a:noFill/>
              <a:ln w="127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cxnSp>
            <p:nvCxnSpPr>
              <p:cNvPr id="14" name="Straight Connector 13"/>
              <p:cNvCxnSpPr/>
              <p:nvPr/>
            </p:nvCxnSpPr>
            <p:spPr>
              <a:xfrm>
                <a:off x="247157" y="6389024"/>
                <a:ext cx="8622792" cy="1588"/>
              </a:xfrm>
              <a:prstGeom prst="line">
                <a:avLst/>
              </a:prstGeom>
              <a:noFill/>
              <a:ln w="127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cxnSp>
        </p:grpSp>
      </p:grpSp>
      <p:sp>
        <p:nvSpPr>
          <p:cNvPr id="2" name="Date Placeholder 1"/>
          <p:cNvSpPr>
            <a:spLocks noGrp="1"/>
          </p:cNvSpPr>
          <p:nvPr>
            <p:ph type="dt" sz="half" idx="10"/>
          </p:nvPr>
        </p:nvSpPr>
        <p:spPr/>
        <p:txBody>
          <a:bodyPr/>
          <a:lstStyle/>
          <a:p>
            <a:fld id="{7D290233-0DD1-4A80-BB1E-9ADC3556DBB6}" type="datetimeFigureOut">
              <a:rPr lang="en-US" smtClean="0"/>
              <a:t>15-Oct-19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FE4BAC9-6D41-4691-9299-18EF07EF0177}"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11" name="Group 10"/>
          <p:cNvGrpSpPr/>
          <p:nvPr/>
        </p:nvGrpSpPr>
        <p:grpSpPr>
          <a:xfrm>
            <a:off x="182880" y="173699"/>
            <a:ext cx="8778240" cy="6510602"/>
            <a:chOff x="182880" y="173699"/>
            <a:chExt cx="8778240" cy="6510602"/>
          </a:xfrm>
        </p:grpSpPr>
        <p:grpSp>
          <p:nvGrpSpPr>
            <p:cNvPr id="16" name="Group 15"/>
            <p:cNvGrpSpPr/>
            <p:nvPr/>
          </p:nvGrpSpPr>
          <p:grpSpPr>
            <a:xfrm>
              <a:off x="182880" y="173699"/>
              <a:ext cx="8778240" cy="6510602"/>
              <a:chOff x="182880" y="173699"/>
              <a:chExt cx="8778240" cy="6510602"/>
            </a:xfrm>
          </p:grpSpPr>
          <p:sp>
            <p:nvSpPr>
              <p:cNvPr id="17" name="Rectangle 16"/>
              <p:cNvSpPr/>
              <p:nvPr/>
            </p:nvSpPr>
            <p:spPr>
              <a:xfrm>
                <a:off x="182880" y="173699"/>
                <a:ext cx="8778240" cy="6510602"/>
              </a:xfrm>
              <a:prstGeom prst="rect">
                <a:avLst/>
              </a:prstGeom>
              <a:solidFill>
                <a:schemeClr val="bg1">
                  <a:lumMod val="95000"/>
                </a:schemeClr>
              </a:solidFill>
              <a:ln w="12700">
                <a:noFill/>
              </a:ln>
              <a:effectLst>
                <a:outerShdw blurRad="63500" sx="101000" sy="101000" algn="ctr" rotWithShape="0">
                  <a:prstClr val="black">
                    <a:alpha val="40000"/>
                  </a:prstClr>
                </a:outerShdw>
              </a:effectLst>
              <a:scene3d>
                <a:camera prst="perspectiveFront" fov="4800000"/>
                <a:lightRig rig="threePt" dir="t"/>
              </a:scene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8" name="Group 10"/>
              <p:cNvGrpSpPr/>
              <p:nvPr/>
            </p:nvGrpSpPr>
            <p:grpSpPr>
              <a:xfrm>
                <a:off x="256032" y="237744"/>
                <a:ext cx="8622792" cy="6364224"/>
                <a:chOff x="247157" y="247430"/>
                <a:chExt cx="8622792" cy="6364224"/>
              </a:xfrm>
            </p:grpSpPr>
            <p:sp>
              <p:nvSpPr>
                <p:cNvPr id="19" name="Rectangle 18"/>
                <p:cNvSpPr>
                  <a:spLocks/>
                </p:cNvSpPr>
                <p:nvPr/>
              </p:nvSpPr>
              <p:spPr>
                <a:xfrm>
                  <a:off x="247157" y="247430"/>
                  <a:ext cx="8622792" cy="6364224"/>
                </a:xfrm>
                <a:prstGeom prst="rect">
                  <a:avLst/>
                </a:prstGeom>
                <a:noFill/>
                <a:ln w="127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cxnSp>
              <p:nvCxnSpPr>
                <p:cNvPr id="20" name="Straight Connector 19"/>
                <p:cNvCxnSpPr/>
                <p:nvPr/>
              </p:nvCxnSpPr>
              <p:spPr>
                <a:xfrm>
                  <a:off x="247157" y="6389024"/>
                  <a:ext cx="8622792" cy="1588"/>
                </a:xfrm>
                <a:prstGeom prst="line">
                  <a:avLst/>
                </a:prstGeom>
                <a:noFill/>
                <a:ln w="127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cxnSp>
          </p:grpSp>
        </p:grpSp>
        <p:sp>
          <p:nvSpPr>
            <p:cNvPr id="33" name="Rectangle 32"/>
            <p:cNvSpPr/>
            <p:nvPr/>
          </p:nvSpPr>
          <p:spPr>
            <a:xfrm rot="5400000">
              <a:off x="801086" y="3274090"/>
              <a:ext cx="6135624" cy="64008"/>
            </a:xfrm>
            <a:prstGeom prst="rect">
              <a:avLst/>
            </a:prstGeom>
            <a:solidFill>
              <a:schemeClr val="bg2">
                <a:lumMod val="40000"/>
                <a:lumOff val="60000"/>
              </a:schemeClr>
            </a:solidFill>
            <a:ln w="3175">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530225" y="1169892"/>
            <a:ext cx="3008313" cy="914400"/>
          </a:xfrm>
        </p:spPr>
        <p:txBody>
          <a:bodyPr anchor="b">
            <a:normAutofit/>
          </a:bodyPr>
          <a:lstStyle>
            <a:lvl1pPr algn="l">
              <a:defRPr sz="2800" b="0"/>
            </a:lvl1pPr>
          </a:lstStyle>
          <a:p>
            <a:r>
              <a:rPr lang="en-US"/>
              <a:t>Click to edit Master title style</a:t>
            </a:r>
            <a:endParaRPr dirty="0"/>
          </a:p>
        </p:txBody>
      </p:sp>
      <p:sp>
        <p:nvSpPr>
          <p:cNvPr id="3" name="Content Placeholder 2"/>
          <p:cNvSpPr>
            <a:spLocks noGrp="1"/>
          </p:cNvSpPr>
          <p:nvPr>
            <p:ph idx="1"/>
          </p:nvPr>
        </p:nvSpPr>
        <p:spPr>
          <a:xfrm>
            <a:off x="4328319" y="609600"/>
            <a:ext cx="4114800" cy="5465763"/>
          </a:xfrm>
        </p:spPr>
        <p:txBody>
          <a:bodyPr>
            <a:normAutofit/>
          </a:bodyPr>
          <a:lstStyle>
            <a:lvl1pPr>
              <a:defRPr sz="2400" baseline="0"/>
            </a:lvl1pPr>
            <a:lvl2pPr>
              <a:defRPr sz="2200" baseline="0"/>
            </a:lvl2pPr>
            <a:lvl3pPr>
              <a:defRPr sz="2000" baseline="0"/>
            </a:lvl3pPr>
            <a:lvl4pPr>
              <a:defRPr sz="1800" baseline="0"/>
            </a:lvl4pPr>
            <a:lvl5pPr>
              <a:defRPr sz="1800" baseline="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Text Placeholder 3"/>
          <p:cNvSpPr>
            <a:spLocks noGrp="1"/>
          </p:cNvSpPr>
          <p:nvPr>
            <p:ph type="body" sz="half" idx="2"/>
          </p:nvPr>
        </p:nvSpPr>
        <p:spPr>
          <a:xfrm>
            <a:off x="530225" y="2147888"/>
            <a:ext cx="3008313" cy="3262313"/>
          </a:xfrm>
        </p:spPr>
        <p:txBody>
          <a:bodyPr vert="horz" lIns="91440" tIns="45720" rIns="91440" bIns="45720" rtlCol="0">
            <a:normAutofit/>
          </a:bodyPr>
          <a:lstStyle>
            <a:lvl1pPr marL="0" indent="0">
              <a:lnSpc>
                <a:spcPct val="120000"/>
              </a:lnSpc>
              <a:spcBef>
                <a:spcPts val="600"/>
              </a:spcBef>
              <a:buNone/>
              <a:defRPr sz="1600" kern="1200">
                <a:solidFill>
                  <a:schemeClr val="tx1">
                    <a:lumMod val="75000"/>
                    <a:lumOff val="25000"/>
                  </a:schemeClr>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l" defTabSz="914400" rtl="0" eaLnBrk="1" latinLnBrk="0" hangingPunct="1">
              <a:lnSpc>
                <a:spcPct val="110000"/>
              </a:lnSpc>
              <a:spcBef>
                <a:spcPts val="2000"/>
              </a:spcBef>
              <a:buClr>
                <a:schemeClr val="bg1">
                  <a:lumMod val="75000"/>
                  <a:lumOff val="25000"/>
                </a:schemeClr>
              </a:buClr>
              <a:buFont typeface="Arial" pitchFamily="34" charset="0"/>
              <a:buNone/>
            </a:pPr>
            <a:r>
              <a:rPr lang="en-US"/>
              <a:t>Click to edit Master text styles</a:t>
            </a:r>
          </a:p>
        </p:txBody>
      </p:sp>
      <p:sp>
        <p:nvSpPr>
          <p:cNvPr id="5" name="Date Placeholder 4"/>
          <p:cNvSpPr>
            <a:spLocks noGrp="1"/>
          </p:cNvSpPr>
          <p:nvPr>
            <p:ph type="dt" sz="half" idx="10"/>
          </p:nvPr>
        </p:nvSpPr>
        <p:spPr/>
        <p:txBody>
          <a:bodyPr/>
          <a:lstStyle/>
          <a:p>
            <a:fld id="{7D290233-0DD1-4A80-BB1E-9ADC3556DBB6}" type="datetimeFigureOut">
              <a:rPr lang="en-US" smtClean="0"/>
              <a:t>15-Oct-19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FE4BAC9-6D41-4691-9299-18EF07EF0177}"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grpSp>
        <p:nvGrpSpPr>
          <p:cNvPr id="8" name="Group 7"/>
          <p:cNvGrpSpPr/>
          <p:nvPr/>
        </p:nvGrpSpPr>
        <p:grpSpPr>
          <a:xfrm>
            <a:off x="182880" y="173699"/>
            <a:ext cx="8778240" cy="6510602"/>
            <a:chOff x="182880" y="173699"/>
            <a:chExt cx="8778240" cy="6510602"/>
          </a:xfrm>
        </p:grpSpPr>
        <p:grpSp>
          <p:nvGrpSpPr>
            <p:cNvPr id="26" name="Group 25"/>
            <p:cNvGrpSpPr/>
            <p:nvPr/>
          </p:nvGrpSpPr>
          <p:grpSpPr>
            <a:xfrm>
              <a:off x="182880" y="173699"/>
              <a:ext cx="8778240" cy="6510602"/>
              <a:chOff x="182880" y="173699"/>
              <a:chExt cx="8778240" cy="6510602"/>
            </a:xfrm>
          </p:grpSpPr>
          <p:grpSp>
            <p:nvGrpSpPr>
              <p:cNvPr id="27" name="Group 26"/>
              <p:cNvGrpSpPr/>
              <p:nvPr/>
            </p:nvGrpSpPr>
            <p:grpSpPr>
              <a:xfrm>
                <a:off x="182880" y="173699"/>
                <a:ext cx="8778240" cy="6510602"/>
                <a:chOff x="182880" y="173699"/>
                <a:chExt cx="8778240" cy="6510602"/>
              </a:xfrm>
            </p:grpSpPr>
            <p:sp>
              <p:nvSpPr>
                <p:cNvPr id="29" name="Rectangle 28"/>
                <p:cNvSpPr/>
                <p:nvPr/>
              </p:nvSpPr>
              <p:spPr>
                <a:xfrm>
                  <a:off x="182880" y="173699"/>
                  <a:ext cx="8778240" cy="6510602"/>
                </a:xfrm>
                <a:prstGeom prst="rect">
                  <a:avLst/>
                </a:prstGeom>
                <a:solidFill>
                  <a:schemeClr val="bg1">
                    <a:lumMod val="95000"/>
                  </a:schemeClr>
                </a:solidFill>
                <a:ln w="12700">
                  <a:noFill/>
                </a:ln>
                <a:effectLst>
                  <a:outerShdw blurRad="63500" sx="101000" sy="101000" algn="ctr" rotWithShape="0">
                    <a:prstClr val="black">
                      <a:alpha val="40000"/>
                    </a:prstClr>
                  </a:outerShdw>
                </a:effectLst>
                <a:scene3d>
                  <a:camera prst="perspectiveFront" fov="4800000"/>
                  <a:lightRig rig="threePt" dir="t"/>
                </a:scene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30" name="Group 10"/>
                <p:cNvGrpSpPr/>
                <p:nvPr/>
              </p:nvGrpSpPr>
              <p:grpSpPr>
                <a:xfrm>
                  <a:off x="256032" y="237744"/>
                  <a:ext cx="8622792" cy="6364224"/>
                  <a:chOff x="247157" y="247430"/>
                  <a:chExt cx="8622792" cy="6364224"/>
                </a:xfrm>
              </p:grpSpPr>
              <p:sp>
                <p:nvSpPr>
                  <p:cNvPr id="31" name="Rectangle 30"/>
                  <p:cNvSpPr>
                    <a:spLocks/>
                  </p:cNvSpPr>
                  <p:nvPr/>
                </p:nvSpPr>
                <p:spPr>
                  <a:xfrm>
                    <a:off x="247157" y="247430"/>
                    <a:ext cx="8622792" cy="6364224"/>
                  </a:xfrm>
                  <a:prstGeom prst="rect">
                    <a:avLst/>
                  </a:prstGeom>
                  <a:noFill/>
                  <a:ln w="127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cxnSp>
                <p:nvCxnSpPr>
                  <p:cNvPr id="32" name="Straight Connector 31"/>
                  <p:cNvCxnSpPr/>
                  <p:nvPr/>
                </p:nvCxnSpPr>
                <p:spPr>
                  <a:xfrm>
                    <a:off x="247157" y="6389024"/>
                    <a:ext cx="8622792" cy="1588"/>
                  </a:xfrm>
                  <a:prstGeom prst="line">
                    <a:avLst/>
                  </a:prstGeom>
                  <a:noFill/>
                  <a:ln w="127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cxnSp>
            </p:grpSp>
          </p:grpSp>
          <p:sp>
            <p:nvSpPr>
              <p:cNvPr id="28" name="Rectangle 27"/>
              <p:cNvSpPr/>
              <p:nvPr/>
            </p:nvSpPr>
            <p:spPr>
              <a:xfrm rot="5400000">
                <a:off x="801086" y="3274090"/>
                <a:ext cx="6135624" cy="64008"/>
              </a:xfrm>
              <a:prstGeom prst="rect">
                <a:avLst/>
              </a:prstGeom>
              <a:solidFill>
                <a:schemeClr val="bg2">
                  <a:lumMod val="40000"/>
                  <a:lumOff val="60000"/>
                </a:schemeClr>
              </a:solidFill>
              <a:ln w="3175">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5" name="Rectangle 24"/>
            <p:cNvSpPr/>
            <p:nvPr/>
          </p:nvSpPr>
          <p:spPr>
            <a:xfrm rot="10800000">
              <a:off x="258763" y="1594462"/>
              <a:ext cx="3575304" cy="64008"/>
            </a:xfrm>
            <a:prstGeom prst="rect">
              <a:avLst/>
            </a:prstGeom>
            <a:solidFill>
              <a:schemeClr val="bg2">
                <a:lumMod val="40000"/>
                <a:lumOff val="60000"/>
              </a:schemeClr>
            </a:solidFill>
            <a:ln w="3175">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530225" y="1694329"/>
            <a:ext cx="3008313" cy="914400"/>
          </a:xfrm>
        </p:spPr>
        <p:txBody>
          <a:bodyPr anchor="b">
            <a:normAutofit/>
          </a:bodyPr>
          <a:lstStyle>
            <a:lvl1pPr algn="l">
              <a:defRPr sz="2800" b="0"/>
            </a:lvl1pPr>
          </a:lstStyle>
          <a:p>
            <a:r>
              <a:rPr lang="en-US"/>
              <a:t>Click to edit Master title style</a:t>
            </a:r>
            <a:endParaRPr dirty="0"/>
          </a:p>
        </p:txBody>
      </p:sp>
      <p:sp>
        <p:nvSpPr>
          <p:cNvPr id="3" name="Content Placeholder 2"/>
          <p:cNvSpPr>
            <a:spLocks noGrp="1"/>
          </p:cNvSpPr>
          <p:nvPr>
            <p:ph idx="1"/>
          </p:nvPr>
        </p:nvSpPr>
        <p:spPr>
          <a:xfrm>
            <a:off x="4328319" y="609600"/>
            <a:ext cx="4114800" cy="5465763"/>
          </a:xfrm>
        </p:spPr>
        <p:txBody>
          <a:bodyPr>
            <a:normAutofit/>
          </a:bodyPr>
          <a:lstStyle>
            <a:lvl1pPr>
              <a:defRPr sz="2400" baseline="0"/>
            </a:lvl1pPr>
            <a:lvl2pPr>
              <a:defRPr sz="2200" baseline="0"/>
            </a:lvl2pPr>
            <a:lvl3pPr>
              <a:defRPr sz="2000" baseline="0"/>
            </a:lvl3pPr>
            <a:lvl4pPr>
              <a:defRPr sz="1800" baseline="0"/>
            </a:lvl4pPr>
            <a:lvl5pPr>
              <a:defRPr sz="1800" baseline="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Text Placeholder 3"/>
          <p:cNvSpPr>
            <a:spLocks noGrp="1"/>
          </p:cNvSpPr>
          <p:nvPr>
            <p:ph type="body" sz="half" idx="2"/>
          </p:nvPr>
        </p:nvSpPr>
        <p:spPr>
          <a:xfrm>
            <a:off x="530225" y="2672323"/>
            <a:ext cx="3008313" cy="3403040"/>
          </a:xfrm>
        </p:spPr>
        <p:txBody>
          <a:bodyPr>
            <a:normAutofit/>
          </a:bodyPr>
          <a:lstStyle>
            <a:lvl1pPr marL="0" indent="0">
              <a:lnSpc>
                <a:spcPct val="120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D290233-0DD1-4A80-BB1E-9ADC3556DBB6}" type="datetimeFigureOut">
              <a:rPr lang="en-US" smtClean="0"/>
              <a:t>15-Oct-19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FE4BAC9-6D41-4691-9299-18EF07EF0177}" type="slidenum">
              <a:rPr lang="en-US" smtClean="0"/>
              <a:t>‹#›</a:t>
            </a:fld>
            <a:endParaRPr lang="en-US"/>
          </a:p>
        </p:txBody>
      </p:sp>
      <p:sp>
        <p:nvSpPr>
          <p:cNvPr id="17" name="Picture Placeholder 16"/>
          <p:cNvSpPr>
            <a:spLocks noGrp="1"/>
          </p:cNvSpPr>
          <p:nvPr>
            <p:ph type="pic" sz="quarter" idx="13"/>
          </p:nvPr>
        </p:nvSpPr>
        <p:spPr>
          <a:xfrm>
            <a:off x="352892" y="310123"/>
            <a:ext cx="3398837" cy="1204912"/>
          </a:xfrm>
        </p:spPr>
        <p:txBody>
          <a:bodyPr>
            <a:normAutofit/>
          </a:bodyPr>
          <a:lstStyle>
            <a:lvl1pPr>
              <a:buNone/>
              <a:defRPr sz="1800"/>
            </a:lvl1pPr>
          </a:lstStyle>
          <a:p>
            <a:r>
              <a:rPr lang="en-US"/>
              <a:t>Drag picture to placeholder or click icon to add</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5" name="Group 14"/>
          <p:cNvGrpSpPr/>
          <p:nvPr/>
        </p:nvGrpSpPr>
        <p:grpSpPr>
          <a:xfrm>
            <a:off x="182880" y="173699"/>
            <a:ext cx="8778240" cy="6510602"/>
            <a:chOff x="182880" y="173699"/>
            <a:chExt cx="8778240" cy="6510602"/>
          </a:xfrm>
        </p:grpSpPr>
        <p:grpSp>
          <p:nvGrpSpPr>
            <p:cNvPr id="16" name="Group 15"/>
            <p:cNvGrpSpPr/>
            <p:nvPr/>
          </p:nvGrpSpPr>
          <p:grpSpPr>
            <a:xfrm>
              <a:off x="182880" y="173699"/>
              <a:ext cx="8778240" cy="6510602"/>
              <a:chOff x="182880" y="173699"/>
              <a:chExt cx="8778240" cy="6510602"/>
            </a:xfrm>
          </p:grpSpPr>
          <p:sp>
            <p:nvSpPr>
              <p:cNvPr id="18" name="Rectangle 17"/>
              <p:cNvSpPr/>
              <p:nvPr/>
            </p:nvSpPr>
            <p:spPr>
              <a:xfrm>
                <a:off x="182880" y="173699"/>
                <a:ext cx="8778240" cy="6510602"/>
              </a:xfrm>
              <a:prstGeom prst="rect">
                <a:avLst/>
              </a:prstGeom>
              <a:solidFill>
                <a:schemeClr val="bg1">
                  <a:lumMod val="95000"/>
                </a:schemeClr>
              </a:solidFill>
              <a:ln w="12700">
                <a:noFill/>
              </a:ln>
              <a:effectLst>
                <a:outerShdw blurRad="63500" sx="101000" sy="101000" algn="ctr" rotWithShape="0">
                  <a:prstClr val="black">
                    <a:alpha val="40000"/>
                  </a:prstClr>
                </a:outerShdw>
              </a:effectLst>
              <a:scene3d>
                <a:camera prst="perspectiveFront" fov="4800000"/>
                <a:lightRig rig="threePt" dir="t"/>
              </a:scene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9" name="Group 10"/>
              <p:cNvGrpSpPr/>
              <p:nvPr/>
            </p:nvGrpSpPr>
            <p:grpSpPr>
              <a:xfrm>
                <a:off x="256032" y="237744"/>
                <a:ext cx="8622792" cy="6364224"/>
                <a:chOff x="247157" y="247430"/>
                <a:chExt cx="8622792" cy="6364224"/>
              </a:xfrm>
            </p:grpSpPr>
            <p:sp>
              <p:nvSpPr>
                <p:cNvPr id="20" name="Rectangle 19"/>
                <p:cNvSpPr>
                  <a:spLocks/>
                </p:cNvSpPr>
                <p:nvPr/>
              </p:nvSpPr>
              <p:spPr>
                <a:xfrm>
                  <a:off x="247157" y="247430"/>
                  <a:ext cx="8622792" cy="6364224"/>
                </a:xfrm>
                <a:prstGeom prst="rect">
                  <a:avLst/>
                </a:prstGeom>
                <a:noFill/>
                <a:ln w="127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cxnSp>
              <p:nvCxnSpPr>
                <p:cNvPr id="21" name="Straight Connector 20"/>
                <p:cNvCxnSpPr/>
                <p:nvPr/>
              </p:nvCxnSpPr>
              <p:spPr>
                <a:xfrm>
                  <a:off x="247157" y="6389024"/>
                  <a:ext cx="8622792" cy="1588"/>
                </a:xfrm>
                <a:prstGeom prst="line">
                  <a:avLst/>
                </a:prstGeom>
                <a:noFill/>
                <a:ln w="127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cxnSp>
          </p:grpSp>
        </p:grpSp>
        <p:sp>
          <p:nvSpPr>
            <p:cNvPr id="17" name="Rectangle 16"/>
            <p:cNvSpPr/>
            <p:nvPr/>
          </p:nvSpPr>
          <p:spPr>
            <a:xfrm rot="5400000">
              <a:off x="801086" y="3274090"/>
              <a:ext cx="6135624" cy="64008"/>
            </a:xfrm>
            <a:prstGeom prst="rect">
              <a:avLst/>
            </a:prstGeom>
            <a:solidFill>
              <a:schemeClr val="bg2">
                <a:lumMod val="40000"/>
                <a:lumOff val="60000"/>
              </a:schemeClr>
            </a:solidFill>
            <a:ln w="3175">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530352" y="1691640"/>
            <a:ext cx="3008376" cy="914400"/>
          </a:xfrm>
        </p:spPr>
        <p:txBody>
          <a:bodyPr anchor="b">
            <a:noAutofit/>
          </a:bodyPr>
          <a:lstStyle>
            <a:lvl1pPr algn="l">
              <a:defRPr sz="2800" b="0"/>
            </a:lvl1pPr>
          </a:lstStyle>
          <a:p>
            <a:r>
              <a:rPr lang="en-US"/>
              <a:t>Click to edit Master title style</a:t>
            </a:r>
            <a:endParaRPr/>
          </a:p>
        </p:txBody>
      </p:sp>
      <p:sp>
        <p:nvSpPr>
          <p:cNvPr id="3" name="Picture Placeholder 2"/>
          <p:cNvSpPr>
            <a:spLocks noGrp="1"/>
          </p:cNvSpPr>
          <p:nvPr>
            <p:ph type="pic" idx="1"/>
          </p:nvPr>
        </p:nvSpPr>
        <p:spPr>
          <a:xfrm>
            <a:off x="4338559" y="612775"/>
            <a:ext cx="4114800" cy="546811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a:p>
        </p:txBody>
      </p:sp>
      <p:sp>
        <p:nvSpPr>
          <p:cNvPr id="4" name="Text Placeholder 3"/>
          <p:cNvSpPr>
            <a:spLocks noGrp="1"/>
          </p:cNvSpPr>
          <p:nvPr>
            <p:ph type="body" sz="half" idx="2"/>
          </p:nvPr>
        </p:nvSpPr>
        <p:spPr>
          <a:xfrm>
            <a:off x="530352" y="2670048"/>
            <a:ext cx="3008376" cy="3401568"/>
          </a:xfrm>
        </p:spPr>
        <p:txBody>
          <a:bodyPr vert="horz" lIns="91440" tIns="45720" rIns="91440" bIns="45720" rtlCol="0">
            <a:normAutofit/>
          </a:bodyPr>
          <a:lstStyle>
            <a:lvl1pPr marL="0" indent="0">
              <a:lnSpc>
                <a:spcPct val="120000"/>
              </a:lnSpc>
              <a:spcBef>
                <a:spcPts val="600"/>
              </a:spcBef>
              <a:buNone/>
              <a:defRPr sz="1600" kern="1200">
                <a:solidFill>
                  <a:schemeClr val="tx1">
                    <a:lumMod val="75000"/>
                    <a:lumOff val="25000"/>
                  </a:schemeClr>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l" defTabSz="914400" rtl="0" eaLnBrk="1" latinLnBrk="0" hangingPunct="1">
              <a:lnSpc>
                <a:spcPct val="120000"/>
              </a:lnSpc>
              <a:spcBef>
                <a:spcPts val="2000"/>
              </a:spcBef>
              <a:buClr>
                <a:schemeClr val="bg1">
                  <a:lumMod val="75000"/>
                  <a:lumOff val="25000"/>
                </a:schemeClr>
              </a:buClr>
              <a:buFont typeface="Arial" pitchFamily="34" charset="0"/>
              <a:buNone/>
            </a:pPr>
            <a:r>
              <a:rPr lang="en-US"/>
              <a:t>Click to edit Master text styles</a:t>
            </a:r>
          </a:p>
        </p:txBody>
      </p:sp>
      <p:sp>
        <p:nvSpPr>
          <p:cNvPr id="5" name="Date Placeholder 4"/>
          <p:cNvSpPr>
            <a:spLocks noGrp="1"/>
          </p:cNvSpPr>
          <p:nvPr>
            <p:ph type="dt" sz="half" idx="10"/>
          </p:nvPr>
        </p:nvSpPr>
        <p:spPr/>
        <p:txBody>
          <a:bodyPr/>
          <a:lstStyle/>
          <a:p>
            <a:fld id="{7D290233-0DD1-4A80-BB1E-9ADC3556DBB6}" type="datetimeFigureOut">
              <a:rPr lang="en-US" smtClean="0"/>
              <a:t>15-Oct-19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FE4BAC9-6D41-4691-9299-18EF07EF0177}"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grpSp>
        <p:nvGrpSpPr>
          <p:cNvPr id="10" name="Group 9"/>
          <p:cNvGrpSpPr/>
          <p:nvPr/>
        </p:nvGrpSpPr>
        <p:grpSpPr>
          <a:xfrm>
            <a:off x="182880" y="173699"/>
            <a:ext cx="8778240" cy="6510602"/>
            <a:chOff x="182880" y="173699"/>
            <a:chExt cx="8778240" cy="6510602"/>
          </a:xfrm>
        </p:grpSpPr>
        <p:grpSp>
          <p:nvGrpSpPr>
            <p:cNvPr id="17" name="Group 16"/>
            <p:cNvGrpSpPr/>
            <p:nvPr/>
          </p:nvGrpSpPr>
          <p:grpSpPr>
            <a:xfrm>
              <a:off x="182880" y="173699"/>
              <a:ext cx="8778240" cy="6510602"/>
              <a:chOff x="182880" y="173699"/>
              <a:chExt cx="8778240" cy="6510602"/>
            </a:xfrm>
          </p:grpSpPr>
          <p:sp>
            <p:nvSpPr>
              <p:cNvPr id="19" name="Rectangle 18"/>
              <p:cNvSpPr/>
              <p:nvPr/>
            </p:nvSpPr>
            <p:spPr>
              <a:xfrm>
                <a:off x="182880" y="173699"/>
                <a:ext cx="8778240" cy="6510602"/>
              </a:xfrm>
              <a:prstGeom prst="rect">
                <a:avLst/>
              </a:prstGeom>
              <a:solidFill>
                <a:schemeClr val="bg1">
                  <a:lumMod val="95000"/>
                </a:schemeClr>
              </a:solidFill>
              <a:ln w="12700">
                <a:noFill/>
              </a:ln>
              <a:effectLst>
                <a:outerShdw blurRad="63500" sx="101000" sy="101000" algn="ctr" rotWithShape="0">
                  <a:prstClr val="black">
                    <a:alpha val="40000"/>
                  </a:prstClr>
                </a:outerShdw>
              </a:effectLst>
              <a:scene3d>
                <a:camera prst="perspectiveFront" fov="4800000"/>
                <a:lightRig rig="threePt" dir="t"/>
              </a:scene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21" name="Group 10"/>
              <p:cNvGrpSpPr/>
              <p:nvPr/>
            </p:nvGrpSpPr>
            <p:grpSpPr>
              <a:xfrm>
                <a:off x="256032" y="237744"/>
                <a:ext cx="8622792" cy="6364224"/>
                <a:chOff x="247157" y="247430"/>
                <a:chExt cx="8622792" cy="6364224"/>
              </a:xfrm>
            </p:grpSpPr>
            <p:sp>
              <p:nvSpPr>
                <p:cNvPr id="22" name="Rectangle 21"/>
                <p:cNvSpPr>
                  <a:spLocks/>
                </p:cNvSpPr>
                <p:nvPr/>
              </p:nvSpPr>
              <p:spPr>
                <a:xfrm>
                  <a:off x="247157" y="247430"/>
                  <a:ext cx="8622792" cy="6364224"/>
                </a:xfrm>
                <a:prstGeom prst="rect">
                  <a:avLst/>
                </a:prstGeom>
                <a:noFill/>
                <a:ln w="127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cxnSp>
              <p:nvCxnSpPr>
                <p:cNvPr id="23" name="Straight Connector 22"/>
                <p:cNvCxnSpPr/>
                <p:nvPr/>
              </p:nvCxnSpPr>
              <p:spPr>
                <a:xfrm>
                  <a:off x="247157" y="6389024"/>
                  <a:ext cx="8622792" cy="1588"/>
                </a:xfrm>
                <a:prstGeom prst="line">
                  <a:avLst/>
                </a:prstGeom>
                <a:noFill/>
                <a:ln w="127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cxnSp>
          </p:grpSp>
        </p:grpSp>
        <p:sp>
          <p:nvSpPr>
            <p:cNvPr id="20" name="Rectangle 19"/>
            <p:cNvSpPr/>
            <p:nvPr/>
          </p:nvSpPr>
          <p:spPr>
            <a:xfrm>
              <a:off x="256032" y="4203192"/>
              <a:ext cx="8622792" cy="64008"/>
            </a:xfrm>
            <a:prstGeom prst="rect">
              <a:avLst/>
            </a:prstGeom>
            <a:solidFill>
              <a:schemeClr val="bg2">
                <a:lumMod val="40000"/>
                <a:lumOff val="60000"/>
              </a:schemeClr>
            </a:solidFill>
            <a:ln w="3175">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530351" y="4287819"/>
            <a:ext cx="8021977" cy="916193"/>
          </a:xfrm>
        </p:spPr>
        <p:txBody>
          <a:bodyPr anchor="b">
            <a:noAutofit/>
          </a:bodyPr>
          <a:lstStyle>
            <a:lvl1pPr algn="l">
              <a:defRPr sz="3600" b="0"/>
            </a:lvl1pPr>
          </a:lstStyle>
          <a:p>
            <a:r>
              <a:rPr lang="en-US"/>
              <a:t>Click to edit Master title style</a:t>
            </a:r>
            <a:endParaRPr dirty="0"/>
          </a:p>
        </p:txBody>
      </p:sp>
      <p:sp>
        <p:nvSpPr>
          <p:cNvPr id="3" name="Picture Placeholder 2"/>
          <p:cNvSpPr>
            <a:spLocks noGrp="1"/>
          </p:cNvSpPr>
          <p:nvPr>
            <p:ph type="pic" idx="1"/>
          </p:nvPr>
        </p:nvSpPr>
        <p:spPr>
          <a:xfrm>
            <a:off x="356347" y="331694"/>
            <a:ext cx="8421624" cy="3783106"/>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a:p>
        </p:txBody>
      </p:sp>
      <p:sp>
        <p:nvSpPr>
          <p:cNvPr id="4" name="Text Placeholder 3"/>
          <p:cNvSpPr>
            <a:spLocks noGrp="1"/>
          </p:cNvSpPr>
          <p:nvPr>
            <p:ph type="body" sz="half" idx="2"/>
          </p:nvPr>
        </p:nvSpPr>
        <p:spPr>
          <a:xfrm>
            <a:off x="530351" y="5271247"/>
            <a:ext cx="8021977" cy="1013011"/>
          </a:xfrm>
        </p:spPr>
        <p:txBody>
          <a:bodyPr vert="horz" lIns="91440" tIns="45720" rIns="91440" bIns="45720" rtlCol="0">
            <a:normAutofit/>
          </a:bodyPr>
          <a:lstStyle>
            <a:lvl1pPr marL="0" indent="0">
              <a:spcBef>
                <a:spcPts val="0"/>
              </a:spcBef>
              <a:buNone/>
              <a:defRPr sz="1800" kern="1200">
                <a:solidFill>
                  <a:schemeClr val="tx1">
                    <a:lumMod val="75000"/>
                    <a:lumOff val="25000"/>
                  </a:schemeClr>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l" defTabSz="914400" rtl="0" eaLnBrk="1" latinLnBrk="0" hangingPunct="1">
              <a:lnSpc>
                <a:spcPct val="120000"/>
              </a:lnSpc>
              <a:spcBef>
                <a:spcPts val="2000"/>
              </a:spcBef>
              <a:buClr>
                <a:schemeClr val="bg1">
                  <a:lumMod val="75000"/>
                  <a:lumOff val="25000"/>
                </a:schemeClr>
              </a:buClr>
              <a:buFont typeface="Arial" pitchFamily="34" charset="0"/>
              <a:buNone/>
            </a:pPr>
            <a:r>
              <a:rPr lang="en-US"/>
              <a:t>Click to edit Master text styles</a:t>
            </a:r>
          </a:p>
        </p:txBody>
      </p:sp>
      <p:sp>
        <p:nvSpPr>
          <p:cNvPr id="5" name="Date Placeholder 4"/>
          <p:cNvSpPr>
            <a:spLocks noGrp="1"/>
          </p:cNvSpPr>
          <p:nvPr>
            <p:ph type="dt" sz="half" idx="10"/>
          </p:nvPr>
        </p:nvSpPr>
        <p:spPr/>
        <p:txBody>
          <a:bodyPr/>
          <a:lstStyle/>
          <a:p>
            <a:fld id="{7D290233-0DD1-4A80-BB1E-9ADC3556DBB6}" type="datetimeFigureOut">
              <a:rPr lang="en-US" smtClean="0"/>
              <a:t>15-Oct-19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FE4BAC9-6D41-4691-9299-18EF07EF0177}"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13" name="Group 12"/>
          <p:cNvGrpSpPr/>
          <p:nvPr/>
        </p:nvGrpSpPr>
        <p:grpSpPr>
          <a:xfrm>
            <a:off x="182880" y="173699"/>
            <a:ext cx="8778240" cy="6510602"/>
            <a:chOff x="182880" y="173699"/>
            <a:chExt cx="8778240" cy="6510602"/>
          </a:xfrm>
        </p:grpSpPr>
        <p:sp>
          <p:nvSpPr>
            <p:cNvPr id="14" name="Rectangle 13"/>
            <p:cNvSpPr/>
            <p:nvPr/>
          </p:nvSpPr>
          <p:spPr>
            <a:xfrm>
              <a:off x="182880" y="173699"/>
              <a:ext cx="8778240" cy="6510602"/>
            </a:xfrm>
            <a:prstGeom prst="rect">
              <a:avLst/>
            </a:prstGeom>
            <a:solidFill>
              <a:schemeClr val="bg1">
                <a:lumMod val="95000"/>
              </a:schemeClr>
            </a:solidFill>
            <a:ln w="12700">
              <a:noFill/>
            </a:ln>
            <a:effectLst>
              <a:outerShdw blurRad="63500" sx="101000" sy="101000" algn="ctr" rotWithShape="0">
                <a:prstClr val="black">
                  <a:alpha val="40000"/>
                </a:prstClr>
              </a:outerShdw>
            </a:effectLst>
            <a:scene3d>
              <a:camera prst="perspectiveFront" fov="4800000"/>
              <a:lightRig rig="threePt" dir="t"/>
            </a:scene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5" name="Group 10"/>
            <p:cNvGrpSpPr/>
            <p:nvPr/>
          </p:nvGrpSpPr>
          <p:grpSpPr>
            <a:xfrm>
              <a:off x="256032" y="237744"/>
              <a:ext cx="8622792" cy="6364224"/>
              <a:chOff x="247157" y="247430"/>
              <a:chExt cx="8622792" cy="6364224"/>
            </a:xfrm>
          </p:grpSpPr>
          <p:sp>
            <p:nvSpPr>
              <p:cNvPr id="16" name="Rectangle 15"/>
              <p:cNvSpPr>
                <a:spLocks/>
              </p:cNvSpPr>
              <p:nvPr/>
            </p:nvSpPr>
            <p:spPr>
              <a:xfrm>
                <a:off x="247157" y="247430"/>
                <a:ext cx="8622792" cy="6364224"/>
              </a:xfrm>
              <a:prstGeom prst="rect">
                <a:avLst/>
              </a:prstGeom>
              <a:noFill/>
              <a:ln w="127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cxnSp>
            <p:nvCxnSpPr>
              <p:cNvPr id="17" name="Straight Connector 16"/>
              <p:cNvCxnSpPr/>
              <p:nvPr/>
            </p:nvCxnSpPr>
            <p:spPr>
              <a:xfrm>
                <a:off x="247157" y="6389024"/>
                <a:ext cx="8622792" cy="1588"/>
              </a:xfrm>
              <a:prstGeom prst="line">
                <a:avLst/>
              </a:prstGeom>
              <a:noFill/>
              <a:ln w="127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18" name="Rectangle 17"/>
              <p:cNvSpPr/>
              <p:nvPr/>
            </p:nvSpPr>
            <p:spPr>
              <a:xfrm>
                <a:off x="247157" y="1612392"/>
                <a:ext cx="8622792" cy="64008"/>
              </a:xfrm>
              <a:prstGeom prst="rect">
                <a:avLst/>
              </a:prstGeom>
              <a:solidFill>
                <a:schemeClr val="bg2">
                  <a:lumMod val="40000"/>
                  <a:lumOff val="60000"/>
                </a:schemeClr>
              </a:solidFill>
              <a:ln w="3175">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gr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7D290233-0DD1-4A80-BB1E-9ADC3556DBB6}" type="datetimeFigureOut">
              <a:rPr lang="en-US" smtClean="0"/>
              <a:t>15-Oct-19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E4BAC9-6D41-4691-9299-18EF07EF0177}"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182880" y="173699"/>
            <a:ext cx="8778240" cy="6510602"/>
            <a:chOff x="182880" y="173699"/>
            <a:chExt cx="8778240" cy="6510602"/>
          </a:xfrm>
        </p:grpSpPr>
        <p:grpSp>
          <p:nvGrpSpPr>
            <p:cNvPr id="14" name="Group 13"/>
            <p:cNvGrpSpPr/>
            <p:nvPr/>
          </p:nvGrpSpPr>
          <p:grpSpPr>
            <a:xfrm>
              <a:off x="182880" y="173699"/>
              <a:ext cx="8778240" cy="6510602"/>
              <a:chOff x="182880" y="173699"/>
              <a:chExt cx="8778240" cy="6510602"/>
            </a:xfrm>
          </p:grpSpPr>
          <p:sp>
            <p:nvSpPr>
              <p:cNvPr id="15" name="Rectangle 14"/>
              <p:cNvSpPr/>
              <p:nvPr/>
            </p:nvSpPr>
            <p:spPr>
              <a:xfrm>
                <a:off x="182880" y="173699"/>
                <a:ext cx="8778240" cy="6510602"/>
              </a:xfrm>
              <a:prstGeom prst="rect">
                <a:avLst/>
              </a:prstGeom>
              <a:solidFill>
                <a:schemeClr val="bg1">
                  <a:lumMod val="95000"/>
                </a:schemeClr>
              </a:solidFill>
              <a:ln w="12700">
                <a:noFill/>
              </a:ln>
              <a:effectLst>
                <a:outerShdw blurRad="63500" sx="101000" sy="101000" algn="ctr" rotWithShape="0">
                  <a:prstClr val="black">
                    <a:alpha val="40000"/>
                  </a:prstClr>
                </a:outerShdw>
              </a:effectLst>
              <a:scene3d>
                <a:camera prst="perspectiveFront" fov="4800000"/>
                <a:lightRig rig="threePt" dir="t"/>
              </a:scene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6" name="Group 10"/>
              <p:cNvGrpSpPr/>
              <p:nvPr/>
            </p:nvGrpSpPr>
            <p:grpSpPr>
              <a:xfrm>
                <a:off x="256032" y="237744"/>
                <a:ext cx="8622792" cy="6364224"/>
                <a:chOff x="247157" y="247430"/>
                <a:chExt cx="8622792" cy="6364224"/>
              </a:xfrm>
            </p:grpSpPr>
            <p:sp>
              <p:nvSpPr>
                <p:cNvPr id="17" name="Rectangle 16"/>
                <p:cNvSpPr>
                  <a:spLocks/>
                </p:cNvSpPr>
                <p:nvPr/>
              </p:nvSpPr>
              <p:spPr>
                <a:xfrm>
                  <a:off x="247157" y="247430"/>
                  <a:ext cx="8622792" cy="6364224"/>
                </a:xfrm>
                <a:prstGeom prst="rect">
                  <a:avLst/>
                </a:prstGeom>
                <a:noFill/>
                <a:ln w="127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cxnSp>
              <p:nvCxnSpPr>
                <p:cNvPr id="19" name="Straight Connector 18"/>
                <p:cNvCxnSpPr/>
                <p:nvPr/>
              </p:nvCxnSpPr>
              <p:spPr>
                <a:xfrm>
                  <a:off x="247157" y="6389024"/>
                  <a:ext cx="8622792" cy="1588"/>
                </a:xfrm>
                <a:prstGeom prst="line">
                  <a:avLst/>
                </a:prstGeom>
                <a:noFill/>
                <a:ln w="12700">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cxnSp>
          </p:grpSp>
        </p:grpSp>
        <p:sp>
          <p:nvSpPr>
            <p:cNvPr id="18" name="Rectangle 17"/>
            <p:cNvSpPr/>
            <p:nvPr/>
          </p:nvSpPr>
          <p:spPr>
            <a:xfrm rot="5400000">
              <a:off x="4242277" y="3274090"/>
              <a:ext cx="6135624" cy="64008"/>
            </a:xfrm>
            <a:prstGeom prst="rect">
              <a:avLst/>
            </a:prstGeom>
            <a:solidFill>
              <a:schemeClr val="bg2">
                <a:lumMod val="40000"/>
                <a:lumOff val="60000"/>
              </a:schemeClr>
            </a:solidFill>
            <a:ln w="3175">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Vertical Title 1"/>
          <p:cNvSpPr>
            <a:spLocks noGrp="1"/>
          </p:cNvSpPr>
          <p:nvPr>
            <p:ph type="title" orient="vert"/>
          </p:nvPr>
        </p:nvSpPr>
        <p:spPr>
          <a:xfrm>
            <a:off x="7391399" y="609600"/>
            <a:ext cx="1416423" cy="5516563"/>
          </a:xfrm>
        </p:spPr>
        <p:txBody>
          <a:bodyPr vert="eaVert">
            <a:normAutofit/>
          </a:bodyPr>
          <a:lstStyle>
            <a:lvl1pPr>
              <a:defRPr sz="3600"/>
            </a:lvl1pPr>
          </a:lstStyle>
          <a:p>
            <a:r>
              <a:rPr lang="en-US"/>
              <a:t>Click to edit Master title style</a:t>
            </a:r>
            <a:endParaRPr/>
          </a:p>
        </p:txBody>
      </p:sp>
      <p:sp>
        <p:nvSpPr>
          <p:cNvPr id="3" name="Vertical Text Placeholder 2"/>
          <p:cNvSpPr>
            <a:spLocks noGrp="1"/>
          </p:cNvSpPr>
          <p:nvPr>
            <p:ph type="body" orient="vert" idx="1"/>
          </p:nvPr>
        </p:nvSpPr>
        <p:spPr>
          <a:xfrm>
            <a:off x="578222" y="609600"/>
            <a:ext cx="6279777" cy="5516563"/>
          </a:xfrm>
        </p:spPr>
        <p:txBody>
          <a:bodyPr vert="eaVert"/>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7D290233-0DD1-4A80-BB1E-9ADC3556DBB6}" type="datetimeFigureOut">
              <a:rPr lang="en-US" smtClean="0"/>
              <a:t>15-Oct-19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E4BAC9-6D41-4691-9299-18EF07EF0177}"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00113" y="244158"/>
            <a:ext cx="7345362" cy="1339850"/>
          </a:xfrm>
          <a:prstGeom prst="rect">
            <a:avLst/>
          </a:prstGeom>
        </p:spPr>
        <p:txBody>
          <a:bodyPr vert="horz" lIns="91440" tIns="45720" rIns="91440" bIns="45720" rtlCol="0" anchor="ctr">
            <a:normAutofit/>
          </a:bodyPr>
          <a:lstStyle/>
          <a:p>
            <a:r>
              <a:rPr lang="en-US"/>
              <a:t>Click to edit Master title style</a:t>
            </a:r>
            <a:endParaRPr dirty="0"/>
          </a:p>
        </p:txBody>
      </p:sp>
      <p:sp>
        <p:nvSpPr>
          <p:cNvPr id="3" name="Text Placeholder 2"/>
          <p:cNvSpPr>
            <a:spLocks noGrp="1"/>
          </p:cNvSpPr>
          <p:nvPr>
            <p:ph type="body" idx="1"/>
          </p:nvPr>
        </p:nvSpPr>
        <p:spPr>
          <a:xfrm>
            <a:off x="900112" y="2133601"/>
            <a:ext cx="7345363"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2"/>
          </p:nvPr>
        </p:nvSpPr>
        <p:spPr>
          <a:xfrm>
            <a:off x="243840" y="6371591"/>
            <a:ext cx="2133600" cy="259317"/>
          </a:xfrm>
          <a:prstGeom prst="rect">
            <a:avLst/>
          </a:prstGeom>
        </p:spPr>
        <p:txBody>
          <a:bodyPr vert="horz" lIns="91440" tIns="45720" rIns="91440" bIns="45720" rtlCol="0" anchor="ctr"/>
          <a:lstStyle>
            <a:lvl1pPr algn="l">
              <a:defRPr sz="1200">
                <a:solidFill>
                  <a:schemeClr val="bg2">
                    <a:lumMod val="60000"/>
                    <a:lumOff val="40000"/>
                  </a:schemeClr>
                </a:solidFill>
                <a:latin typeface="Brush Script MT" pitchFamily="66" charset="0"/>
              </a:defRPr>
            </a:lvl1pPr>
          </a:lstStyle>
          <a:p>
            <a:fld id="{7D290233-0DD1-4A80-BB1E-9ADC3556DBB6}" type="datetimeFigureOut">
              <a:rPr lang="en-US" smtClean="0"/>
              <a:t>15-Oct-19</a:t>
            </a:fld>
            <a:endParaRPr lang="en-US"/>
          </a:p>
        </p:txBody>
      </p:sp>
      <p:sp>
        <p:nvSpPr>
          <p:cNvPr id="5" name="Footer Placeholder 4"/>
          <p:cNvSpPr>
            <a:spLocks noGrp="1"/>
          </p:cNvSpPr>
          <p:nvPr>
            <p:ph type="ftr" sz="quarter" idx="3"/>
          </p:nvPr>
        </p:nvSpPr>
        <p:spPr>
          <a:xfrm>
            <a:off x="5958840" y="6371591"/>
            <a:ext cx="2895600" cy="257810"/>
          </a:xfrm>
          <a:prstGeom prst="rect">
            <a:avLst/>
          </a:prstGeom>
        </p:spPr>
        <p:txBody>
          <a:bodyPr vert="horz" lIns="91440" tIns="45720" rIns="91440" bIns="45720" rtlCol="0" anchor="ctr"/>
          <a:lstStyle>
            <a:lvl1pPr marL="0" algn="r" defTabSz="914400" rtl="0" eaLnBrk="1" latinLnBrk="0" hangingPunct="1">
              <a:defRPr sz="1200" kern="1200">
                <a:solidFill>
                  <a:schemeClr val="bg2">
                    <a:lumMod val="60000"/>
                    <a:lumOff val="40000"/>
                  </a:schemeClr>
                </a:solidFill>
                <a:latin typeface="Brush Script MT" pitchFamily="66" charset="0"/>
                <a:ea typeface="+mn-ea"/>
                <a:cs typeface="+mn-cs"/>
              </a:defRPr>
            </a:lvl1pPr>
          </a:lstStyle>
          <a:p>
            <a:endParaRPr lang="en-US"/>
          </a:p>
        </p:txBody>
      </p:sp>
      <p:sp>
        <p:nvSpPr>
          <p:cNvPr id="6" name="Slide Number Placeholder 5"/>
          <p:cNvSpPr>
            <a:spLocks noGrp="1"/>
          </p:cNvSpPr>
          <p:nvPr>
            <p:ph type="sldNum" sz="quarter" idx="4"/>
          </p:nvPr>
        </p:nvSpPr>
        <p:spPr>
          <a:xfrm>
            <a:off x="4191000" y="6356350"/>
            <a:ext cx="762000" cy="271463"/>
          </a:xfrm>
          <a:prstGeom prst="rect">
            <a:avLst/>
          </a:prstGeom>
        </p:spPr>
        <p:txBody>
          <a:bodyPr vert="horz" lIns="91440" tIns="45720" rIns="91440" bIns="45720" rtlCol="0" anchor="ctr"/>
          <a:lstStyle>
            <a:lvl1pPr marL="0" algn="ctr" defTabSz="914400" rtl="0" eaLnBrk="1" latinLnBrk="0" hangingPunct="1">
              <a:defRPr sz="1200" kern="1200">
                <a:solidFill>
                  <a:schemeClr val="bg2">
                    <a:lumMod val="60000"/>
                    <a:lumOff val="40000"/>
                  </a:schemeClr>
                </a:solidFill>
                <a:latin typeface="+mn-lt"/>
                <a:ea typeface="+mn-ea"/>
                <a:cs typeface="+mn-cs"/>
              </a:defRPr>
            </a:lvl1pPr>
          </a:lstStyle>
          <a:p>
            <a:fld id="{CFE4BAC9-6D41-4691-9299-18EF07EF0177}"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ctr" defTabSz="914400" rtl="0" eaLnBrk="1" latinLnBrk="0" hangingPunct="1">
        <a:spcBef>
          <a:spcPct val="0"/>
        </a:spcBef>
        <a:buNone/>
        <a:defRPr sz="4800" kern="1200">
          <a:solidFill>
            <a:schemeClr val="tx1">
              <a:lumMod val="75000"/>
              <a:lumOff val="25000"/>
            </a:schemeClr>
          </a:solidFill>
          <a:latin typeface="+mj-lt"/>
          <a:ea typeface="+mj-ea"/>
          <a:cs typeface="+mj-cs"/>
        </a:defRPr>
      </a:lvl1pPr>
    </p:titleStyle>
    <p:bodyStyle>
      <a:lvl1pPr marL="342900" indent="-342900" algn="l" defTabSz="914400" rtl="0" eaLnBrk="1" latinLnBrk="0" hangingPunct="1">
        <a:spcBef>
          <a:spcPts val="2000"/>
        </a:spcBef>
        <a:buClr>
          <a:schemeClr val="tx1">
            <a:lumMod val="75000"/>
            <a:lumOff val="25000"/>
          </a:schemeClr>
        </a:buClr>
        <a:buFont typeface="Arial" pitchFamily="34" charset="0"/>
        <a:buChar char="•"/>
        <a:defRPr sz="2400" kern="1200">
          <a:solidFill>
            <a:schemeClr val="tx1">
              <a:lumMod val="75000"/>
              <a:lumOff val="25000"/>
            </a:schemeClr>
          </a:solidFill>
          <a:latin typeface="+mn-lt"/>
          <a:ea typeface="+mn-ea"/>
          <a:cs typeface="+mn-cs"/>
        </a:defRPr>
      </a:lvl1pPr>
      <a:lvl2pPr marL="579438" indent="-228600" algn="l" defTabSz="914400" rtl="0" eaLnBrk="1" latinLnBrk="0" hangingPunct="1">
        <a:spcBef>
          <a:spcPts val="600"/>
        </a:spcBef>
        <a:buClr>
          <a:schemeClr val="bg2">
            <a:lumMod val="60000"/>
            <a:lumOff val="40000"/>
          </a:schemeClr>
        </a:buClr>
        <a:buFont typeface="Arial" pitchFamily="34" charset="0"/>
        <a:buChar char="•"/>
        <a:defRPr sz="2200" kern="1200">
          <a:solidFill>
            <a:schemeClr val="tx1">
              <a:lumMod val="75000"/>
              <a:lumOff val="25000"/>
            </a:schemeClr>
          </a:solidFill>
          <a:latin typeface="+mn-lt"/>
          <a:ea typeface="+mn-ea"/>
          <a:cs typeface="+mn-cs"/>
        </a:defRPr>
      </a:lvl2pPr>
      <a:lvl3pPr marL="808038" indent="-228600" algn="l" defTabSz="914400" rtl="0" eaLnBrk="1" latinLnBrk="0" hangingPunct="1">
        <a:spcBef>
          <a:spcPts val="600"/>
        </a:spcBef>
        <a:buClr>
          <a:schemeClr val="tx1">
            <a:lumMod val="75000"/>
            <a:lumOff val="25000"/>
          </a:schemeClr>
        </a:buClr>
        <a:buFont typeface="Arial" pitchFamily="34" charset="0"/>
        <a:buChar char="•"/>
        <a:defRPr sz="2000" kern="1200">
          <a:solidFill>
            <a:schemeClr val="tx1">
              <a:lumMod val="75000"/>
              <a:lumOff val="25000"/>
            </a:schemeClr>
          </a:solidFill>
          <a:latin typeface="+mn-lt"/>
          <a:ea typeface="+mn-ea"/>
          <a:cs typeface="+mn-cs"/>
        </a:defRPr>
      </a:lvl3pPr>
      <a:lvl4pPr marL="1036638" indent="-228600" algn="l" defTabSz="914400" rtl="0" eaLnBrk="1" latinLnBrk="0" hangingPunct="1">
        <a:spcBef>
          <a:spcPts val="600"/>
        </a:spcBef>
        <a:buClr>
          <a:schemeClr val="bg2">
            <a:lumMod val="60000"/>
            <a:lumOff val="40000"/>
          </a:schemeClr>
        </a:buClr>
        <a:buFont typeface="Arial" pitchFamily="34" charset="0"/>
        <a:buChar char="•"/>
        <a:defRPr sz="1800" kern="1200">
          <a:solidFill>
            <a:schemeClr val="tx1">
              <a:lumMod val="75000"/>
              <a:lumOff val="25000"/>
            </a:schemeClr>
          </a:solidFill>
          <a:latin typeface="+mn-lt"/>
          <a:ea typeface="+mn-ea"/>
          <a:cs typeface="+mn-cs"/>
        </a:defRPr>
      </a:lvl4pPr>
      <a:lvl5pPr marL="1265238" indent="-228600" algn="l" defTabSz="914400" rtl="0" eaLnBrk="1" latinLnBrk="0" hangingPunct="1">
        <a:spcBef>
          <a:spcPts val="600"/>
        </a:spcBef>
        <a:buClr>
          <a:schemeClr val="tx1">
            <a:lumMod val="75000"/>
            <a:lumOff val="25000"/>
          </a:schemeClr>
        </a:buClr>
        <a:buFont typeface="Arial" pitchFamily="34" charset="0"/>
        <a:buChar char="•"/>
        <a:defRPr sz="1800" kern="1200">
          <a:solidFill>
            <a:schemeClr val="tx1">
              <a:lumMod val="75000"/>
              <a:lumOff val="25000"/>
            </a:schemeClr>
          </a:solidFill>
          <a:latin typeface="+mn-lt"/>
          <a:ea typeface="+mn-ea"/>
          <a:cs typeface="+mn-cs"/>
        </a:defRPr>
      </a:lvl5pPr>
      <a:lvl6pPr marL="1485900" indent="-228600" algn="l" defTabSz="914400" rtl="0" eaLnBrk="1" latinLnBrk="0" hangingPunct="1">
        <a:spcBef>
          <a:spcPct val="20000"/>
        </a:spcBef>
        <a:buClr>
          <a:schemeClr val="bg2">
            <a:lumMod val="60000"/>
            <a:lumOff val="40000"/>
          </a:schemeClr>
        </a:buClr>
        <a:buFont typeface="Arial" pitchFamily="34" charset="0"/>
        <a:buChar char="•"/>
        <a:defRPr lang="en-US" sz="1800" kern="1200" dirty="0" smtClean="0">
          <a:solidFill>
            <a:schemeClr val="tx1">
              <a:lumMod val="75000"/>
              <a:lumOff val="25000"/>
            </a:schemeClr>
          </a:solidFill>
          <a:latin typeface="+mn-lt"/>
          <a:ea typeface="+mn-ea"/>
          <a:cs typeface="+mn-cs"/>
        </a:defRPr>
      </a:lvl6pPr>
      <a:lvl7pPr marL="1712913" indent="-228600" algn="l" defTabSz="914400" rtl="0" eaLnBrk="1" latinLnBrk="0" hangingPunct="1">
        <a:spcBef>
          <a:spcPct val="20000"/>
        </a:spcBef>
        <a:buClr>
          <a:schemeClr val="tx1">
            <a:lumMod val="75000"/>
            <a:lumOff val="25000"/>
          </a:schemeClr>
        </a:buClr>
        <a:buFont typeface="Arial" pitchFamily="34" charset="0"/>
        <a:buChar char="•"/>
        <a:defRPr lang="en-US" sz="1800" kern="1200" dirty="0" smtClean="0">
          <a:solidFill>
            <a:schemeClr val="tx1">
              <a:lumMod val="75000"/>
              <a:lumOff val="25000"/>
            </a:schemeClr>
          </a:solidFill>
          <a:latin typeface="+mn-lt"/>
          <a:ea typeface="+mn-ea"/>
          <a:cs typeface="+mn-cs"/>
        </a:defRPr>
      </a:lvl7pPr>
      <a:lvl8pPr marL="1947863" indent="-228600" algn="l" defTabSz="914400" rtl="0" eaLnBrk="1" latinLnBrk="0" hangingPunct="1">
        <a:spcBef>
          <a:spcPct val="20000"/>
        </a:spcBef>
        <a:buClr>
          <a:schemeClr val="bg2">
            <a:lumMod val="60000"/>
            <a:lumOff val="40000"/>
          </a:schemeClr>
        </a:buClr>
        <a:buFont typeface="Arial" pitchFamily="34" charset="0"/>
        <a:buChar char="•"/>
        <a:defRPr lang="en-US" sz="1800" kern="1200" dirty="0" smtClean="0">
          <a:solidFill>
            <a:schemeClr val="tx1">
              <a:lumMod val="75000"/>
              <a:lumOff val="25000"/>
            </a:schemeClr>
          </a:solidFill>
          <a:latin typeface="+mn-lt"/>
          <a:ea typeface="+mn-ea"/>
          <a:cs typeface="+mn-cs"/>
        </a:defRPr>
      </a:lvl8pPr>
      <a:lvl9pPr marL="2174875" indent="-228600" algn="l" defTabSz="914400" rtl="0" eaLnBrk="1" latinLnBrk="0" hangingPunct="1">
        <a:spcBef>
          <a:spcPct val="20000"/>
        </a:spcBef>
        <a:buClr>
          <a:schemeClr val="tx1">
            <a:lumMod val="75000"/>
            <a:lumOff val="25000"/>
          </a:schemeClr>
        </a:buClr>
        <a:buFont typeface="Arial" pitchFamily="34" charset="0"/>
        <a:buChar char="•"/>
        <a:defRPr lang="en-US" sz="1800" kern="1200" dirty="0">
          <a:solidFill>
            <a:schemeClr val="tx1">
              <a:lumMod val="75000"/>
              <a:lumOff val="2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Online Meme is Online</a:t>
            </a:r>
          </a:p>
        </p:txBody>
      </p:sp>
      <p:sp>
        <p:nvSpPr>
          <p:cNvPr id="3" name="Subtitle 2"/>
          <p:cNvSpPr>
            <a:spLocks noGrp="1"/>
          </p:cNvSpPr>
          <p:nvPr>
            <p:ph type="subTitle" idx="1"/>
          </p:nvPr>
        </p:nvSpPr>
        <p:spPr/>
        <p:txBody>
          <a:bodyPr/>
          <a:lstStyle/>
          <a:p>
            <a:r>
              <a:rPr lang="en-US" dirty="0"/>
              <a:t>Dominic DiFranzo</a:t>
            </a:r>
          </a:p>
        </p:txBody>
      </p:sp>
    </p:spTree>
    <p:extLst>
      <p:ext uri="{BB962C8B-B14F-4D97-AF65-F5344CB8AC3E}">
        <p14:creationId xmlns:p14="http://schemas.microsoft.com/office/powerpoint/2010/main" val="11219460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r>
              <a:rPr lang="en-US" dirty="0"/>
              <a:t>Introduction to Meme theory</a:t>
            </a:r>
          </a:p>
          <a:p>
            <a:r>
              <a:rPr lang="en-US" dirty="0"/>
              <a:t>Criticism of Meme theory </a:t>
            </a:r>
          </a:p>
          <a:p>
            <a:r>
              <a:rPr lang="en-US" dirty="0"/>
              <a:t>Online Memes</a:t>
            </a:r>
          </a:p>
          <a:p>
            <a:r>
              <a:rPr lang="en-US" dirty="0"/>
              <a:t>Attributes of Online Memes</a:t>
            </a:r>
          </a:p>
          <a:p>
            <a:r>
              <a:rPr lang="en-US" dirty="0" err="1"/>
              <a:t>Hashtags</a:t>
            </a:r>
            <a:r>
              <a:rPr lang="en-US" dirty="0"/>
              <a:t> and memes in Twitter </a:t>
            </a:r>
          </a:p>
          <a:p>
            <a:endParaRPr lang="en-US" dirty="0"/>
          </a:p>
        </p:txBody>
      </p:sp>
      <p:pic>
        <p:nvPicPr>
          <p:cNvPr id="4" name="Picture 3" descr="cYTw5.jp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5495599" y="1685566"/>
            <a:ext cx="3305482" cy="2431366"/>
          </a:xfrm>
          <a:prstGeom prst="rect">
            <a:avLst/>
          </a:prstGeom>
        </p:spPr>
      </p:pic>
    </p:spTree>
    <p:extLst>
      <p:ext uri="{BB962C8B-B14F-4D97-AF65-F5344CB8AC3E}">
        <p14:creationId xmlns:p14="http://schemas.microsoft.com/office/powerpoint/2010/main" val="17434627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Meme</a:t>
            </a:r>
          </a:p>
        </p:txBody>
      </p:sp>
      <p:sp>
        <p:nvSpPr>
          <p:cNvPr id="3" name="Content Placeholder 2"/>
          <p:cNvSpPr>
            <a:spLocks noGrp="1"/>
          </p:cNvSpPr>
          <p:nvPr>
            <p:ph idx="1"/>
          </p:nvPr>
        </p:nvSpPr>
        <p:spPr/>
        <p:txBody>
          <a:bodyPr>
            <a:normAutofit fontScale="92500" lnSpcReduction="10000"/>
          </a:bodyPr>
          <a:lstStyle/>
          <a:p>
            <a:r>
              <a:rPr lang="en-US" dirty="0"/>
              <a:t>First coined by Richard Dawkins’ 1976 book, The Selfish Gene.</a:t>
            </a:r>
          </a:p>
          <a:p>
            <a:r>
              <a:rPr lang="en-US" dirty="0"/>
              <a:t>Defined as a unit of culture.</a:t>
            </a:r>
          </a:p>
          <a:p>
            <a:r>
              <a:rPr lang="en-US" dirty="0"/>
              <a:t>Memes are copied by hosts (humans) to other hosts, can change when copied, and compete for survival.</a:t>
            </a:r>
          </a:p>
          <a:p>
            <a:r>
              <a:rPr lang="en-US" dirty="0"/>
              <a:t>these conditions allow for Darwinian evolution.</a:t>
            </a:r>
          </a:p>
          <a:p>
            <a:r>
              <a:rPr lang="en-US" dirty="0"/>
              <a:t>Similar to genes in bio evolution. </a:t>
            </a:r>
          </a:p>
          <a:p>
            <a:r>
              <a:rPr lang="en-US" dirty="0"/>
              <a:t>Extremely high mutation rate</a:t>
            </a:r>
          </a:p>
          <a:p>
            <a:endParaRPr lang="en-US" dirty="0"/>
          </a:p>
        </p:txBody>
      </p:sp>
    </p:spTree>
    <p:extLst>
      <p:ext uri="{BB962C8B-B14F-4D97-AF65-F5344CB8AC3E}">
        <p14:creationId xmlns:p14="http://schemas.microsoft.com/office/powerpoint/2010/main" val="38741306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Meme Machine</a:t>
            </a:r>
          </a:p>
        </p:txBody>
      </p:sp>
      <p:sp>
        <p:nvSpPr>
          <p:cNvPr id="3" name="Content Placeholder 2"/>
          <p:cNvSpPr>
            <a:spLocks noGrp="1"/>
          </p:cNvSpPr>
          <p:nvPr>
            <p:ph idx="1"/>
          </p:nvPr>
        </p:nvSpPr>
        <p:spPr/>
        <p:txBody>
          <a:bodyPr>
            <a:normAutofit fontScale="92500" lnSpcReduction="10000"/>
          </a:bodyPr>
          <a:lstStyle/>
          <a:p>
            <a:r>
              <a:rPr lang="en-US" dirty="0"/>
              <a:t>Famous book by Blackmore. Coined new terms in Meme theory.</a:t>
            </a:r>
          </a:p>
          <a:p>
            <a:r>
              <a:rPr lang="en-US" dirty="0"/>
              <a:t>Copy-the-product: copy based only on finished product. Difficult, prone to high mutation rate, mutation will be found in copies/children </a:t>
            </a:r>
          </a:p>
          <a:p>
            <a:r>
              <a:rPr lang="en-US" dirty="0"/>
              <a:t>Copy-the-instructions: Copy based on instruction, not the product. Less prone to error/mutations. Errors will not be passed in copies. </a:t>
            </a:r>
          </a:p>
          <a:p>
            <a:r>
              <a:rPr lang="en-US" dirty="0" err="1"/>
              <a:t>Memeplex</a:t>
            </a:r>
            <a:r>
              <a:rPr lang="en-US" dirty="0"/>
              <a:t>: Memes that are replicated together, such as religions and cultures.</a:t>
            </a:r>
          </a:p>
        </p:txBody>
      </p:sp>
    </p:spTree>
    <p:extLst>
      <p:ext uri="{BB962C8B-B14F-4D97-AF65-F5344CB8AC3E}">
        <p14:creationId xmlns:p14="http://schemas.microsoft.com/office/powerpoint/2010/main" val="5400649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Criticism of Meme Theory</a:t>
            </a:r>
          </a:p>
        </p:txBody>
      </p:sp>
      <p:pic>
        <p:nvPicPr>
          <p:cNvPr id="4" name="Picture 3" descr="1314238965743.jp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946713" y="1584008"/>
            <a:ext cx="4958770" cy="4958770"/>
          </a:xfrm>
          <a:prstGeom prst="rect">
            <a:avLst/>
          </a:prstGeom>
        </p:spPr>
      </p:pic>
    </p:spTree>
    <p:extLst>
      <p:ext uri="{BB962C8B-B14F-4D97-AF65-F5344CB8AC3E}">
        <p14:creationId xmlns:p14="http://schemas.microsoft.com/office/powerpoint/2010/main" val="16446279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Criticism of Meme Theory</a:t>
            </a:r>
          </a:p>
        </p:txBody>
      </p:sp>
      <p:sp>
        <p:nvSpPr>
          <p:cNvPr id="3" name="Content Placeholder 2"/>
          <p:cNvSpPr>
            <a:spLocks noGrp="1"/>
          </p:cNvSpPr>
          <p:nvPr>
            <p:ph idx="1"/>
          </p:nvPr>
        </p:nvSpPr>
        <p:spPr/>
        <p:txBody>
          <a:bodyPr/>
          <a:lstStyle/>
          <a:p>
            <a:r>
              <a:rPr lang="en-US" dirty="0" err="1"/>
              <a:t>Atran</a:t>
            </a:r>
            <a:r>
              <a:rPr lang="en-US" dirty="0"/>
              <a:t> (2006) communication of ideas generally trigger or elicit ideas in other minds through inference and not replication or imitation.</a:t>
            </a:r>
          </a:p>
          <a:p>
            <a:pPr lvl="1"/>
            <a:r>
              <a:rPr lang="en-US" dirty="0"/>
              <a:t>Ten Commandments study</a:t>
            </a:r>
          </a:p>
          <a:p>
            <a:pPr lvl="1"/>
            <a:r>
              <a:rPr lang="en-US" dirty="0"/>
              <a:t>Inferential capacity and autism study</a:t>
            </a:r>
          </a:p>
          <a:p>
            <a:r>
              <a:rPr lang="en-US" dirty="0"/>
              <a:t>Humans make poor Meme Machines. </a:t>
            </a:r>
          </a:p>
        </p:txBody>
      </p:sp>
    </p:spTree>
    <p:extLst>
      <p:ext uri="{BB962C8B-B14F-4D97-AF65-F5344CB8AC3E}">
        <p14:creationId xmlns:p14="http://schemas.microsoft.com/office/powerpoint/2010/main" val="2419142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Online Meme</a:t>
            </a:r>
          </a:p>
        </p:txBody>
      </p:sp>
      <p:sp>
        <p:nvSpPr>
          <p:cNvPr id="5" name="Rectangle 4"/>
          <p:cNvSpPr/>
          <p:nvPr/>
        </p:nvSpPr>
        <p:spPr>
          <a:xfrm>
            <a:off x="3907489" y="3244334"/>
            <a:ext cx="1329022" cy="369332"/>
          </a:xfrm>
          <a:prstGeom prst="rect">
            <a:avLst/>
          </a:prstGeom>
        </p:spPr>
        <p:txBody>
          <a:bodyPr wrap="none">
            <a:spAutoFit/>
          </a:bodyPr>
          <a:lstStyle/>
          <a:p>
            <a:r>
              <a:rPr lang="en-US" dirty="0" err="1"/>
              <a:t>UknTW.jpg</a:t>
            </a:r>
            <a:endParaRPr lang="en-US" dirty="0"/>
          </a:p>
        </p:txBody>
      </p:sp>
      <p:pic>
        <p:nvPicPr>
          <p:cNvPr id="6" name="Picture 5" descr="UknTW.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7697" y="1305721"/>
            <a:ext cx="6350000" cy="5194300"/>
          </a:xfrm>
          <a:prstGeom prst="rect">
            <a:avLst/>
          </a:prstGeom>
        </p:spPr>
      </p:pic>
    </p:spTree>
    <p:extLst>
      <p:ext uri="{BB962C8B-B14F-4D97-AF65-F5344CB8AC3E}">
        <p14:creationId xmlns:p14="http://schemas.microsoft.com/office/powerpoint/2010/main" val="38264542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Online Meme</a:t>
            </a:r>
          </a:p>
        </p:txBody>
      </p:sp>
      <p:pic>
        <p:nvPicPr>
          <p:cNvPr id="4" name="Picture 3"/>
          <p:cNvPicPr>
            <a:picLocks noChangeAspect="1"/>
          </p:cNvPicPr>
          <p:nvPr/>
        </p:nvPicPr>
        <p:blipFill>
          <a:blip r:embed="rId2"/>
          <a:stretch>
            <a:fillRect/>
          </a:stretch>
        </p:blipFill>
        <p:spPr>
          <a:xfrm>
            <a:off x="1257887" y="1473958"/>
            <a:ext cx="6248400" cy="4965700"/>
          </a:xfrm>
          <a:prstGeom prst="rect">
            <a:avLst/>
          </a:prstGeom>
        </p:spPr>
      </p:pic>
    </p:spTree>
    <p:extLst>
      <p:ext uri="{BB962C8B-B14F-4D97-AF65-F5344CB8AC3E}">
        <p14:creationId xmlns:p14="http://schemas.microsoft.com/office/powerpoint/2010/main" val="31735596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Attributes of Memes</a:t>
            </a:r>
          </a:p>
        </p:txBody>
      </p:sp>
      <p:sp>
        <p:nvSpPr>
          <p:cNvPr id="3" name="Content Placeholder 2"/>
          <p:cNvSpPr>
            <a:spLocks noGrp="1"/>
          </p:cNvSpPr>
          <p:nvPr>
            <p:ph idx="1"/>
          </p:nvPr>
        </p:nvSpPr>
        <p:spPr/>
        <p:txBody>
          <a:bodyPr/>
          <a:lstStyle/>
          <a:p>
            <a:r>
              <a:rPr lang="en-US" dirty="0"/>
              <a:t>Humor -  </a:t>
            </a:r>
            <a:r>
              <a:rPr lang="en-US" dirty="0" err="1"/>
              <a:t>Knobel</a:t>
            </a:r>
            <a:r>
              <a:rPr lang="en-US" dirty="0"/>
              <a:t> and </a:t>
            </a:r>
            <a:r>
              <a:rPr lang="en-US" dirty="0" err="1"/>
              <a:t>Lankshear</a:t>
            </a:r>
            <a:r>
              <a:rPr lang="en-US" dirty="0"/>
              <a:t> (2007) found that this served as a central component in many online memes</a:t>
            </a:r>
          </a:p>
          <a:p>
            <a:pPr lvl="1"/>
            <a:r>
              <a:rPr lang="en-US" dirty="0"/>
              <a:t>Playfulness</a:t>
            </a:r>
          </a:p>
          <a:p>
            <a:pPr lvl="1"/>
            <a:r>
              <a:rPr lang="en-US" dirty="0"/>
              <a:t>Incongruity</a:t>
            </a:r>
          </a:p>
          <a:p>
            <a:pPr lvl="1"/>
            <a:r>
              <a:rPr lang="en-US" dirty="0"/>
              <a:t>Superiority</a:t>
            </a:r>
          </a:p>
          <a:p>
            <a:r>
              <a:rPr lang="en-US" dirty="0"/>
              <a:t>Simplicity – The easier the content/idea is, the easier it to copy/imitate/change/remix it</a:t>
            </a:r>
          </a:p>
        </p:txBody>
      </p:sp>
    </p:spTree>
    <p:extLst>
      <p:ext uri="{BB962C8B-B14F-4D97-AF65-F5344CB8AC3E}">
        <p14:creationId xmlns:p14="http://schemas.microsoft.com/office/powerpoint/2010/main" val="31492293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Bad Content/ Good Meme</a:t>
            </a:r>
          </a:p>
        </p:txBody>
      </p:sp>
      <p:sp>
        <p:nvSpPr>
          <p:cNvPr id="3" name="Content Placeholder 2"/>
          <p:cNvSpPr>
            <a:spLocks noGrp="1"/>
          </p:cNvSpPr>
          <p:nvPr>
            <p:ph idx="1"/>
          </p:nvPr>
        </p:nvSpPr>
        <p:spPr/>
        <p:txBody>
          <a:bodyPr/>
          <a:lstStyle/>
          <a:p>
            <a:r>
              <a:rPr lang="en-US" dirty="0"/>
              <a:t>Unfinished, unpolished, amateur-looking and sometimes even weird media invites people to fill in the gaps.</a:t>
            </a:r>
          </a:p>
          <a:p>
            <a:r>
              <a:rPr lang="en-US" dirty="0"/>
              <a:t>Different from many viral or popular media that made be very polished and professional.</a:t>
            </a:r>
          </a:p>
          <a:p>
            <a:r>
              <a:rPr lang="en-US" dirty="0"/>
              <a:t>Invites people to create new meaning. </a:t>
            </a:r>
          </a:p>
        </p:txBody>
      </p:sp>
    </p:spTree>
    <p:extLst>
      <p:ext uri="{BB962C8B-B14F-4D97-AF65-F5344CB8AC3E}">
        <p14:creationId xmlns:p14="http://schemas.microsoft.com/office/powerpoint/2010/main" val="1621186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Memes?</a:t>
            </a:r>
          </a:p>
        </p:txBody>
      </p:sp>
      <p:sp>
        <p:nvSpPr>
          <p:cNvPr id="3" name="Content Placeholder 2"/>
          <p:cNvSpPr>
            <a:spLocks noGrp="1"/>
          </p:cNvSpPr>
          <p:nvPr>
            <p:ph idx="1"/>
          </p:nvPr>
        </p:nvSpPr>
        <p:spPr/>
        <p:txBody>
          <a:bodyPr/>
          <a:lstStyle/>
          <a:p>
            <a:r>
              <a:rPr lang="en-US" dirty="0"/>
              <a:t>As a way for people to succeed in the ‘attention economy' (Lanham, 2006) </a:t>
            </a:r>
          </a:p>
          <a:p>
            <a:r>
              <a:rPr lang="en-US" dirty="0"/>
              <a:t>‘networked individualism' (Wellman et al., 2003) – a way to both show our individualism while keeping to the trends in our community. </a:t>
            </a:r>
          </a:p>
          <a:p>
            <a:r>
              <a:rPr lang="en-US" dirty="0"/>
              <a:t>cultural and esthetic logics of participation – Memes as building blocks of larger complex cultures.</a:t>
            </a:r>
          </a:p>
        </p:txBody>
      </p:sp>
    </p:spTree>
    <p:extLst>
      <p:ext uri="{BB962C8B-B14F-4D97-AF65-F5344CB8AC3E}">
        <p14:creationId xmlns:p14="http://schemas.microsoft.com/office/powerpoint/2010/main" val="20403108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Meme’s for Money</a:t>
            </a:r>
          </a:p>
        </p:txBody>
      </p:sp>
      <p:pic>
        <p:nvPicPr>
          <p:cNvPr id="4" name="Picture 3" descr="search-frequency-of-harlem-shake_chart-thumb-570x321-117347.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6475" y="2025651"/>
            <a:ext cx="7239000" cy="4076700"/>
          </a:xfrm>
          <a:prstGeom prst="rect">
            <a:avLst/>
          </a:prstGeom>
        </p:spPr>
      </p:pic>
    </p:spTree>
    <p:extLst>
      <p:ext uri="{BB962C8B-B14F-4D97-AF65-F5344CB8AC3E}">
        <p14:creationId xmlns:p14="http://schemas.microsoft.com/office/powerpoint/2010/main" val="40372321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78177" y="1032706"/>
            <a:ext cx="7814540" cy="4688724"/>
          </a:xfrm>
          <a:prstGeom prst="rect">
            <a:avLst/>
          </a:prstGeom>
        </p:spPr>
      </p:pic>
    </p:spTree>
    <p:extLst>
      <p:ext uri="{BB962C8B-B14F-4D97-AF65-F5344CB8AC3E}">
        <p14:creationId xmlns:p14="http://schemas.microsoft.com/office/powerpoint/2010/main" val="6012552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Works Cited</a:t>
            </a:r>
          </a:p>
        </p:txBody>
      </p:sp>
      <p:sp>
        <p:nvSpPr>
          <p:cNvPr id="3" name="Content Placeholder 2"/>
          <p:cNvSpPr>
            <a:spLocks noGrp="1"/>
          </p:cNvSpPr>
          <p:nvPr>
            <p:ph idx="1"/>
          </p:nvPr>
        </p:nvSpPr>
        <p:spPr/>
        <p:txBody>
          <a:bodyPr>
            <a:normAutofit/>
          </a:bodyPr>
          <a:lstStyle/>
          <a:p>
            <a:r>
              <a:rPr lang="en-US" dirty="0"/>
              <a:t> Benitez-</a:t>
            </a:r>
            <a:r>
              <a:rPr lang="en-US" dirty="0" err="1"/>
              <a:t>Bribiesca</a:t>
            </a:r>
            <a:r>
              <a:rPr lang="en-US" dirty="0"/>
              <a:t>, Luis (2001): </a:t>
            </a:r>
            <a:r>
              <a:rPr lang="en-US" dirty="0" err="1"/>
              <a:t>Memetics</a:t>
            </a:r>
            <a:r>
              <a:rPr lang="en-US" dirty="0"/>
              <a:t>: A dangerous idea. </a:t>
            </a:r>
            <a:r>
              <a:rPr lang="en-US" dirty="0" err="1"/>
              <a:t>Interciecia</a:t>
            </a:r>
            <a:r>
              <a:rPr lang="en-US" dirty="0"/>
              <a:t> 26: 29–31, p. 29. </a:t>
            </a:r>
          </a:p>
          <a:p>
            <a:r>
              <a:rPr lang="en-US" dirty="0"/>
              <a:t> Blackmore, Susan (2003). "Consciousness in meme machines". Journal of Consciousness Studies (Imprint Academic).</a:t>
            </a:r>
          </a:p>
          <a:p>
            <a:r>
              <a:rPr lang="en-US" dirty="0"/>
              <a:t>The Selfish Gene by Richard Dawkins, Oxford University Press, 1976, 2nd edition, December 1989, hardcover, 352 pages, </a:t>
            </a:r>
          </a:p>
        </p:txBody>
      </p:sp>
    </p:spTree>
    <p:extLst>
      <p:ext uri="{BB962C8B-B14F-4D97-AF65-F5344CB8AC3E}">
        <p14:creationId xmlns:p14="http://schemas.microsoft.com/office/powerpoint/2010/main" val="2730200425"/>
      </p:ext>
    </p:extLst>
  </p:cSld>
  <p:clrMapOvr>
    <a:masterClrMapping/>
  </p:clrMapOvr>
</p:sld>
</file>

<file path=ppt/theme/_rels/them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apital">
  <a:themeElements>
    <a:clrScheme name="Capital">
      <a:dk1>
        <a:srgbClr val="000000"/>
      </a:dk1>
      <a:lt1>
        <a:srgbClr val="FFFFFF"/>
      </a:lt1>
      <a:dk2>
        <a:srgbClr val="6F6D5D"/>
      </a:dk2>
      <a:lt2>
        <a:srgbClr val="7C8F97"/>
      </a:lt2>
      <a:accent1>
        <a:srgbClr val="4B5A60"/>
      </a:accent1>
      <a:accent2>
        <a:srgbClr val="9C5238"/>
      </a:accent2>
      <a:accent3>
        <a:srgbClr val="504539"/>
      </a:accent3>
      <a:accent4>
        <a:srgbClr val="C1AD79"/>
      </a:accent4>
      <a:accent5>
        <a:srgbClr val="667559"/>
      </a:accent5>
      <a:accent6>
        <a:srgbClr val="BAD6AD"/>
      </a:accent6>
      <a:hlink>
        <a:srgbClr val="524A82"/>
      </a:hlink>
      <a:folHlink>
        <a:srgbClr val="8F9954"/>
      </a:folHlink>
    </a:clrScheme>
    <a:fontScheme name="Capital">
      <a:majorFont>
        <a:latin typeface="Calisto MT"/>
        <a:ea typeface=""/>
        <a:cs typeface=""/>
        <a:font script="Jpan" typeface="ＭＳ 明朝"/>
        <a:font script="Hans" typeface="宋体"/>
        <a:font script="Hant" typeface="新細明體"/>
      </a:majorFont>
      <a:minorFont>
        <a:latin typeface="Calisto MT"/>
        <a:ea typeface=""/>
        <a:cs typeface=""/>
        <a:font script="Jpan" typeface="ＭＳ 明朝"/>
        <a:font script="Hans" typeface="宋体"/>
        <a:font script="Hant" typeface="新細明體"/>
      </a:minorFont>
    </a:fontScheme>
    <a:fmtScheme name="Capital">
      <a:fillStyleLst>
        <a:solidFill>
          <a:schemeClr val="phClr"/>
        </a:solidFill>
        <a:blipFill rotWithShape="1">
          <a:blip xmlns:r="http://schemas.openxmlformats.org/officeDocument/2006/relationships" r:embed="rId1">
            <a:duotone>
              <a:schemeClr val="phClr">
                <a:satMod val="150000"/>
                <a:lumMod val="50000"/>
              </a:schemeClr>
              <a:schemeClr val="phClr">
                <a:satMod val="300000"/>
                <a:lumMod val="125000"/>
              </a:schemeClr>
            </a:duotone>
          </a:blip>
          <a:tile tx="0" ty="0" sx="100000" sy="100000" flip="none" algn="tl"/>
        </a:blipFill>
        <a:blipFill rotWithShape="1">
          <a:blip xmlns:r="http://schemas.openxmlformats.org/officeDocument/2006/relationships" r:embed="rId2">
            <a:duotone>
              <a:schemeClr val="phClr">
                <a:satMod val="135000"/>
                <a:lumMod val="80000"/>
              </a:schemeClr>
              <a:schemeClr val="phClr">
                <a:satMod val="250000"/>
                <a:lumMod val="150000"/>
              </a:schemeClr>
            </a:duotone>
          </a:blip>
          <a:stretch/>
        </a:blipFill>
      </a:fillStyleLst>
      <a:lnStyleLst>
        <a:ln w="12700" cap="flat" cmpd="sng" algn="ctr">
          <a:solidFill>
            <a:schemeClr val="phClr">
              <a:shade val="95000"/>
              <a:satMod val="105000"/>
            </a:schemeClr>
          </a:solidFill>
          <a:prstDash val="solid"/>
        </a:ln>
        <a:ln w="31750" cap="flat" cmpd="sng" algn="ctr">
          <a:solidFill>
            <a:schemeClr val="phClr">
              <a:shade val="90000"/>
            </a:schemeClr>
          </a:solidFill>
          <a:prstDash val="solid"/>
        </a:ln>
        <a:ln w="44450" cap="flat" cmpd="sng" algn="ctr">
          <a:solidFill>
            <a:schemeClr val="phClr">
              <a:shade val="85000"/>
            </a:schemeClr>
          </a:solidFill>
          <a:prstDash val="solid"/>
        </a:ln>
      </a:lnStyleLst>
      <a:effectStyleLst>
        <a:effectStyle>
          <a:effectLst/>
        </a:effectStyle>
        <a:effectStyle>
          <a:effectLst>
            <a:outerShdw blurRad="63500" sx="101000" sy="101000" algn="ctr" rotWithShape="0">
              <a:srgbClr val="000000">
                <a:alpha val="40000"/>
              </a:srgbClr>
            </a:outerShdw>
          </a:effectLst>
          <a:scene3d>
            <a:camera prst="perspectiveFront" fov="3000000"/>
            <a:lightRig rig="threePt" dir="tl"/>
          </a:scene3d>
          <a:sp3d>
            <a:bevelT w="0" h="0"/>
          </a:sp3d>
        </a:effectStyle>
        <a:effectStyle>
          <a:effectLst>
            <a:innerShdw blurRad="190500">
              <a:srgbClr val="000000">
                <a:alpha val="50000"/>
              </a:srgbClr>
            </a:innerShdw>
          </a:effectLst>
          <a:scene3d>
            <a:camera prst="perspectiveFront" fov="4800000"/>
            <a:lightRig rig="twoPt" dir="t">
              <a:rot lat="0" lon="0" rev="4800000"/>
            </a:lightRig>
          </a:scene3d>
          <a:sp3d>
            <a:bevelT w="0" h="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3">
            <a:duotone>
              <a:schemeClr val="phClr">
                <a:satMod val="150000"/>
                <a:lumMod val="50000"/>
              </a:schemeClr>
              <a:schemeClr val="phClr">
                <a:satMod val="400000"/>
                <a:lumMod val="16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D4C26F1451D0A44ABB73FA2C8A0D54B" ma:contentTypeVersion="11" ma:contentTypeDescription="Een nieuw document maken." ma:contentTypeScope="" ma:versionID="7d27349a596e3bd028a42fcafdfbb8d4">
  <xsd:schema xmlns:xsd="http://www.w3.org/2001/XMLSchema" xmlns:xs="http://www.w3.org/2001/XMLSchema" xmlns:p="http://schemas.microsoft.com/office/2006/metadata/properties" xmlns:ns2="4579a138-ffa5-4c01-a0fc-376e398031c3" xmlns:ns3="bd624b3d-3944-4cb7-aaa3-5400aebcdaf0" targetNamespace="http://schemas.microsoft.com/office/2006/metadata/properties" ma:root="true" ma:fieldsID="0a68f7555d46912b9c67745e86290bc0" ns2:_="" ns3:_="">
    <xsd:import namespace="4579a138-ffa5-4c01-a0fc-376e398031c3"/>
    <xsd:import namespace="bd624b3d-3944-4cb7-aaa3-5400aebcdaf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2:lcf76f155ced4ddcb4097134ff3c332f" minOccurs="0"/>
                <xsd:element ref="ns3:TaxCatchAll"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579a138-ffa5-4c01-a0fc-376e398031c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Afbeeldingtags" ma:readOnly="false" ma:fieldId="{5cf76f15-5ced-4ddc-b409-7134ff3c332f}" ma:taxonomyMulti="true" ma:sspId="0d2f2e1c-c095-4710-afda-8e7acdb03340" ma:termSetId="09814cd3-568e-fe90-9814-8d621ff8fb84" ma:anchorId="fba54fb3-c3e1-fe81-a776-ca4b69148c4d" ma:open="true" ma:isKeyword="false">
      <xsd:complexType>
        <xsd:sequence>
          <xsd:element ref="pc:Terms" minOccurs="0" maxOccurs="1"/>
        </xsd:sequence>
      </xsd:complex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d624b3d-3944-4cb7-aaa3-5400aebcdaf0"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d5040924-b1d6-4ffd-9189-7a3b7736d580}" ma:internalName="TaxCatchAll" ma:showField="CatchAllData" ma:web="bd624b3d-3944-4cb7-aaa3-5400aebcdaf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4579a138-ffa5-4c01-a0fc-376e398031c3">
      <Terms xmlns="http://schemas.microsoft.com/office/infopath/2007/PartnerControls"/>
    </lcf76f155ced4ddcb4097134ff3c332f>
    <TaxCatchAll xmlns="bd624b3d-3944-4cb7-aaa3-5400aebcdaf0" xsi:nil="true"/>
  </documentManagement>
</p:properties>
</file>

<file path=customXml/itemProps1.xml><?xml version="1.0" encoding="utf-8"?>
<ds:datastoreItem xmlns:ds="http://schemas.openxmlformats.org/officeDocument/2006/customXml" ds:itemID="{C76DFA7F-F3A7-487D-8C1A-5262B7A60F91}"/>
</file>

<file path=customXml/itemProps2.xml><?xml version="1.0" encoding="utf-8"?>
<ds:datastoreItem xmlns:ds="http://schemas.openxmlformats.org/officeDocument/2006/customXml" ds:itemID="{D8319870-1423-431C-B7F8-15680835745A}"/>
</file>

<file path=customXml/itemProps3.xml><?xml version="1.0" encoding="utf-8"?>
<ds:datastoreItem xmlns:ds="http://schemas.openxmlformats.org/officeDocument/2006/customXml" ds:itemID="{48353CD0-FBFA-4927-8990-1FF62478724C}"/>
</file>

<file path=docProps/app.xml><?xml version="1.0" encoding="utf-8"?>
<Properties xmlns="http://schemas.openxmlformats.org/officeDocument/2006/extended-properties" xmlns:vt="http://schemas.openxmlformats.org/officeDocument/2006/docPropsVTypes">
  <Template>Capital.thmx</Template>
  <TotalTime>4274</TotalTime>
  <Words>669</Words>
  <Application>Microsoft Office PowerPoint</Application>
  <PresentationFormat>On-screen Show (4:3)</PresentationFormat>
  <Paragraphs>52</Paragraphs>
  <Slides>14</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Brush Script MT</vt:lpstr>
      <vt:lpstr>Calibri</vt:lpstr>
      <vt:lpstr>Calisto MT</vt:lpstr>
      <vt:lpstr>Capital</vt:lpstr>
      <vt:lpstr>Online Meme is Online</vt:lpstr>
      <vt:lpstr>Outline</vt:lpstr>
      <vt:lpstr>Meme</vt:lpstr>
      <vt:lpstr>The Meme Machine</vt:lpstr>
      <vt:lpstr>Criticism of Meme Theory</vt:lpstr>
      <vt:lpstr>Criticism of Meme Theory</vt:lpstr>
      <vt:lpstr>Online Meme</vt:lpstr>
      <vt:lpstr>Online Meme</vt:lpstr>
      <vt:lpstr>Attributes of Memes</vt:lpstr>
      <vt:lpstr>Bad Content/ Good Meme</vt:lpstr>
      <vt:lpstr>Why Memes?</vt:lpstr>
      <vt:lpstr>Meme’s for Money</vt:lpstr>
      <vt:lpstr>PowerPoint Presentation</vt:lpstr>
      <vt:lpstr>Works Cited</vt:lpstr>
    </vt:vector>
  </TitlesOfParts>
  <Company>Rensselaer Polytechnic Institute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Online Meme is Online</dc:title>
  <dc:creator>Dominic DiFranzo</dc:creator>
  <cp:lastModifiedBy>Lucas </cp:lastModifiedBy>
  <cp:revision>30</cp:revision>
  <dcterms:created xsi:type="dcterms:W3CDTF">2011-11-08T05:52:11Z</dcterms:created>
  <dcterms:modified xsi:type="dcterms:W3CDTF">2019-10-15T14:38:44Z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0x0101002D4C26F1451D0A44ABB73FA2C8A0D54B</vt:lpwstr>
  </property>
</Properties>
</file>